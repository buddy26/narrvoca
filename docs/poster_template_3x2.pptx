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261" r:id="rId5"/>
  </p:sldIdLst>
  <p:sldSz cx="32918400" cy="21945600"/>
  <p:notesSz cx="6858000" cy="9144000"/>
  <p:defaultTextStyle>
    <a:defPPr>
      <a:defRPr lang="en-US"/>
    </a:defPPr>
    <a:lvl1pPr algn="l" defTabSz="1566901" rtl="0" fontAlgn="base">
      <a:spcBef>
        <a:spcPct val="0"/>
      </a:spcBef>
      <a:spcAft>
        <a:spcPct val="0"/>
      </a:spcAft>
      <a:defRPr sz="6142" kern="1200">
        <a:solidFill>
          <a:schemeClr val="tx1"/>
        </a:solidFill>
        <a:latin typeface="Arial" charset="0"/>
        <a:ea typeface="ＭＳ Ｐゴシック" charset="0"/>
        <a:cs typeface="ＭＳ Ｐゴシック" charset="0"/>
      </a:defRPr>
    </a:lvl1pPr>
    <a:lvl2pPr marL="1566901" indent="-1240369" algn="l" defTabSz="1566901" rtl="0" fontAlgn="base">
      <a:spcBef>
        <a:spcPct val="0"/>
      </a:spcBef>
      <a:spcAft>
        <a:spcPct val="0"/>
      </a:spcAft>
      <a:defRPr sz="6142" kern="1200">
        <a:solidFill>
          <a:schemeClr val="tx1"/>
        </a:solidFill>
        <a:latin typeface="Arial" charset="0"/>
        <a:ea typeface="ＭＳ Ｐゴシック" charset="0"/>
        <a:cs typeface="ＭＳ Ｐゴシック" charset="0"/>
      </a:defRPr>
    </a:lvl2pPr>
    <a:lvl3pPr marL="3133802" indent="-2480738" algn="l" defTabSz="1566901" rtl="0" fontAlgn="base">
      <a:spcBef>
        <a:spcPct val="0"/>
      </a:spcBef>
      <a:spcAft>
        <a:spcPct val="0"/>
      </a:spcAft>
      <a:defRPr sz="6142" kern="1200">
        <a:solidFill>
          <a:schemeClr val="tx1"/>
        </a:solidFill>
        <a:latin typeface="Arial" charset="0"/>
        <a:ea typeface="ＭＳ Ｐゴシック" charset="0"/>
        <a:cs typeface="ＭＳ Ｐゴシック" charset="0"/>
      </a:defRPr>
    </a:lvl3pPr>
    <a:lvl4pPr marL="4701838" indent="-3722241" algn="l" defTabSz="1566901" rtl="0" fontAlgn="base">
      <a:spcBef>
        <a:spcPct val="0"/>
      </a:spcBef>
      <a:spcAft>
        <a:spcPct val="0"/>
      </a:spcAft>
      <a:defRPr sz="6142" kern="1200">
        <a:solidFill>
          <a:schemeClr val="tx1"/>
        </a:solidFill>
        <a:latin typeface="Arial" charset="0"/>
        <a:ea typeface="ＭＳ Ｐゴシック" charset="0"/>
        <a:cs typeface="ＭＳ Ｐゴシック" charset="0"/>
      </a:defRPr>
    </a:lvl4pPr>
    <a:lvl5pPr marL="6268739" indent="-4962610" algn="l" defTabSz="1566901" rtl="0" fontAlgn="base">
      <a:spcBef>
        <a:spcPct val="0"/>
      </a:spcBef>
      <a:spcAft>
        <a:spcPct val="0"/>
      </a:spcAft>
      <a:defRPr sz="6142" kern="1200">
        <a:solidFill>
          <a:schemeClr val="tx1"/>
        </a:solidFill>
        <a:latin typeface="Arial" charset="0"/>
        <a:ea typeface="ＭＳ Ｐゴシック" charset="0"/>
        <a:cs typeface="ＭＳ Ｐゴシック" charset="0"/>
      </a:defRPr>
    </a:lvl5pPr>
    <a:lvl6pPr marL="1632661" algn="l" defTabSz="326532" rtl="0" eaLnBrk="1" latinLnBrk="0" hangingPunct="1">
      <a:defRPr sz="6142" kern="1200">
        <a:solidFill>
          <a:schemeClr val="tx1"/>
        </a:solidFill>
        <a:latin typeface="Arial" charset="0"/>
        <a:ea typeface="ＭＳ Ｐゴシック" charset="0"/>
        <a:cs typeface="ＭＳ Ｐゴシック" charset="0"/>
      </a:defRPr>
    </a:lvl6pPr>
    <a:lvl7pPr marL="1959193" algn="l" defTabSz="326532" rtl="0" eaLnBrk="1" latinLnBrk="0" hangingPunct="1">
      <a:defRPr sz="6142" kern="1200">
        <a:solidFill>
          <a:schemeClr val="tx1"/>
        </a:solidFill>
        <a:latin typeface="Arial" charset="0"/>
        <a:ea typeface="ＭＳ Ｐゴシック" charset="0"/>
        <a:cs typeface="ＭＳ Ｐゴシック" charset="0"/>
      </a:defRPr>
    </a:lvl7pPr>
    <a:lvl8pPr marL="2285726" algn="l" defTabSz="326532" rtl="0" eaLnBrk="1" latinLnBrk="0" hangingPunct="1">
      <a:defRPr sz="6142" kern="1200">
        <a:solidFill>
          <a:schemeClr val="tx1"/>
        </a:solidFill>
        <a:latin typeface="Arial" charset="0"/>
        <a:ea typeface="ＭＳ Ｐゴシック" charset="0"/>
        <a:cs typeface="ＭＳ Ｐゴシック" charset="0"/>
      </a:defRPr>
    </a:lvl8pPr>
    <a:lvl9pPr marL="2612258" algn="l" defTabSz="326532" rtl="0" eaLnBrk="1" latinLnBrk="0" hangingPunct="1">
      <a:defRPr sz="6142"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59C9"/>
    <a:srgbClr val="6752DD"/>
    <a:srgbClr val="927FFF"/>
    <a:srgbClr val="992277"/>
    <a:srgbClr val="EF5023"/>
    <a:srgbClr val="FFA300"/>
    <a:srgbClr val="0C2340"/>
    <a:srgbClr val="052754"/>
    <a:srgbClr val="D74520"/>
    <a:srgbClr val="5771A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29FAAE-2629-2E29-FE22-E38C88BB2F5F}" v="134" dt="2025-03-24T18:56:45.941"/>
    <p1510:client id="{24C54F23-74C3-03FD-E9ED-009C49EB039C}" v="33" dt="2025-03-24T17:57:59.821"/>
    <p1510:client id="{314A8A8F-9A70-17C6-27B3-40806C9AAE3E}" v="826" dt="2025-03-24T20:56:07.417"/>
    <p1510:client id="{3FEB17CC-8DB4-1258-281C-96DAF4E42259}" v="2" dt="2025-03-24T20:37:42.259"/>
    <p1510:client id="{8DD07068-1939-96C2-88A7-9F51984DB31C}" v="69" dt="2025-03-24T15:15:26.568"/>
    <p1510:client id="{A96BECE6-352E-217D-C510-4AED08F591B7}" v="69" dt="2025-03-24T20:48:35.515"/>
    <p1510:client id="{CF215278-5612-69BE-074B-B599E92C5318}" v="40" dt="2025-03-24T20:37:18.194"/>
    <p1510:client id="{D3699766-9CAC-78AB-C12D-C6AAC6F99BED}" v="1809" dt="2025-03-24T20:49:38.410"/>
    <p1510:client id="{EDAAE6AD-6017-4DA8-05BD-D71DEAEF2A5A}" v="17" dt="2025-03-24T18:32:09.219"/>
    <p1510:client id="{F9DC8F04-B6FA-BDD1-C5AF-207DCE3F2D54}" v="121" dt="2025-03-24T18:13:29.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81"/>
  </p:normalViewPr>
  <p:slideViewPr>
    <p:cSldViewPr snapToGrid="0">
      <p:cViewPr>
        <p:scale>
          <a:sx n="43" d="100"/>
          <a:sy n="43" d="100"/>
        </p:scale>
        <p:origin x="520" y="-14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smtClean="0">
                <a:latin typeface="Calibri"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smtClean="0">
                <a:latin typeface="Calibri" charset="0"/>
              </a:defRPr>
            </a:lvl1pPr>
          </a:lstStyle>
          <a:p>
            <a:pPr>
              <a:defRPr/>
            </a:pPr>
            <a:fld id="{3E645C15-BC93-A44A-A06A-B4B04C4ED5F7}" type="datetime1">
              <a:rPr lang="en-US"/>
              <a:pPr>
                <a:defRPr/>
              </a:pPr>
              <a:t>3/24/25</a:t>
            </a:fld>
            <a:endParaRPr lang="en-US"/>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smtClean="0">
                <a:latin typeface="Calibri"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atin typeface="Calibri" charset="0"/>
              </a:defRPr>
            </a:lvl1pPr>
          </a:lstStyle>
          <a:p>
            <a:pPr>
              <a:defRPr/>
            </a:pPr>
            <a:fld id="{E72FF227-20E3-6C4F-8C56-249F9EE6D58F}" type="slidenum">
              <a:rPr lang="en-US"/>
              <a:pPr>
                <a:defRPr/>
              </a:pPr>
              <a:t>‹#›</a:t>
            </a:fld>
            <a:endParaRPr lang="en-US"/>
          </a:p>
        </p:txBody>
      </p:sp>
    </p:spTree>
    <p:extLst>
      <p:ext uri="{BB962C8B-B14F-4D97-AF65-F5344CB8AC3E}">
        <p14:creationId xmlns:p14="http://schemas.microsoft.com/office/powerpoint/2010/main" val="2972623183"/>
      </p:ext>
    </p:extLst>
  </p:cSld>
  <p:clrMap bg1="lt1" tx1="dk1" bg2="lt2" tx2="dk2" accent1="accent1" accent2="accent2" accent3="accent3" accent4="accent4" accent5="accent5" accent6="accent6" hlink="hlink" folHlink="folHlink"/>
  <p:notesStyle>
    <a:lvl1pPr algn="l" defTabSz="326532" rtl="0" eaLnBrk="0" fontAlgn="base" hangingPunct="0">
      <a:spcBef>
        <a:spcPct val="30000"/>
      </a:spcBef>
      <a:spcAft>
        <a:spcPct val="0"/>
      </a:spcAft>
      <a:defRPr sz="857" kern="1200">
        <a:solidFill>
          <a:schemeClr val="tx1"/>
        </a:solidFill>
        <a:latin typeface="+mn-lt"/>
        <a:ea typeface="ＭＳ Ｐゴシック" pitchFamily="-108" charset="-128"/>
        <a:cs typeface="ＭＳ Ｐゴシック" pitchFamily="-108" charset="-128"/>
      </a:defRPr>
    </a:lvl1pPr>
    <a:lvl2pPr marL="326532" algn="l" defTabSz="326532" rtl="0" eaLnBrk="0" fontAlgn="base" hangingPunct="0">
      <a:spcBef>
        <a:spcPct val="30000"/>
      </a:spcBef>
      <a:spcAft>
        <a:spcPct val="0"/>
      </a:spcAft>
      <a:defRPr sz="857" kern="1200">
        <a:solidFill>
          <a:schemeClr val="tx1"/>
        </a:solidFill>
        <a:latin typeface="+mn-lt"/>
        <a:ea typeface="ＭＳ Ｐゴシック" pitchFamily="-108" charset="-128"/>
        <a:cs typeface="+mn-cs"/>
      </a:defRPr>
    </a:lvl2pPr>
    <a:lvl3pPr marL="653064" algn="l" defTabSz="326532" rtl="0" eaLnBrk="0" fontAlgn="base" hangingPunct="0">
      <a:spcBef>
        <a:spcPct val="30000"/>
      </a:spcBef>
      <a:spcAft>
        <a:spcPct val="0"/>
      </a:spcAft>
      <a:defRPr sz="857" kern="1200">
        <a:solidFill>
          <a:schemeClr val="tx1"/>
        </a:solidFill>
        <a:latin typeface="+mn-lt"/>
        <a:ea typeface="ＭＳ Ｐゴシック" pitchFamily="-108" charset="-128"/>
        <a:cs typeface="+mn-cs"/>
      </a:defRPr>
    </a:lvl3pPr>
    <a:lvl4pPr marL="979597" algn="l" defTabSz="326532" rtl="0" eaLnBrk="0" fontAlgn="base" hangingPunct="0">
      <a:spcBef>
        <a:spcPct val="30000"/>
      </a:spcBef>
      <a:spcAft>
        <a:spcPct val="0"/>
      </a:spcAft>
      <a:defRPr sz="857" kern="1200">
        <a:solidFill>
          <a:schemeClr val="tx1"/>
        </a:solidFill>
        <a:latin typeface="+mn-lt"/>
        <a:ea typeface="ＭＳ Ｐゴシック" pitchFamily="-108" charset="-128"/>
        <a:cs typeface="+mn-cs"/>
      </a:defRPr>
    </a:lvl4pPr>
    <a:lvl5pPr marL="1306129" algn="l" defTabSz="326532" rtl="0" eaLnBrk="0" fontAlgn="base" hangingPunct="0">
      <a:spcBef>
        <a:spcPct val="30000"/>
      </a:spcBef>
      <a:spcAft>
        <a:spcPct val="0"/>
      </a:spcAft>
      <a:defRPr sz="857" kern="1200">
        <a:solidFill>
          <a:schemeClr val="tx1"/>
        </a:solidFill>
        <a:latin typeface="+mn-lt"/>
        <a:ea typeface="ＭＳ Ｐゴシック" pitchFamily="-108" charset="-128"/>
        <a:cs typeface="+mn-cs"/>
      </a:defRPr>
    </a:lvl5pPr>
    <a:lvl6pPr marL="1632661" algn="l" defTabSz="326532" rtl="0" eaLnBrk="1" latinLnBrk="0" hangingPunct="1">
      <a:defRPr sz="857" kern="1200">
        <a:solidFill>
          <a:schemeClr val="tx1"/>
        </a:solidFill>
        <a:latin typeface="+mn-lt"/>
        <a:ea typeface="+mn-ea"/>
        <a:cs typeface="+mn-cs"/>
      </a:defRPr>
    </a:lvl6pPr>
    <a:lvl7pPr marL="1959193" algn="l" defTabSz="326532" rtl="0" eaLnBrk="1" latinLnBrk="0" hangingPunct="1">
      <a:defRPr sz="857" kern="1200">
        <a:solidFill>
          <a:schemeClr val="tx1"/>
        </a:solidFill>
        <a:latin typeface="+mn-lt"/>
        <a:ea typeface="+mn-ea"/>
        <a:cs typeface="+mn-cs"/>
      </a:defRPr>
    </a:lvl7pPr>
    <a:lvl8pPr marL="2285726" algn="l" defTabSz="326532" rtl="0" eaLnBrk="1" latinLnBrk="0" hangingPunct="1">
      <a:defRPr sz="857" kern="1200">
        <a:solidFill>
          <a:schemeClr val="tx1"/>
        </a:solidFill>
        <a:latin typeface="+mn-lt"/>
        <a:ea typeface="+mn-ea"/>
        <a:cs typeface="+mn-cs"/>
      </a:defRPr>
    </a:lvl8pPr>
    <a:lvl9pPr marL="2612258" algn="l" defTabSz="326532" rtl="0" eaLnBrk="1" latinLnBrk="0" hangingPunct="1">
      <a:defRPr sz="857"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ue Background Poster">
    <p:spTree>
      <p:nvGrpSpPr>
        <p:cNvPr id="1" name=""/>
        <p:cNvGrpSpPr/>
        <p:nvPr/>
      </p:nvGrpSpPr>
      <p:grpSpPr>
        <a:xfrm>
          <a:off x="0" y="0"/>
          <a:ext cx="0" cy="0"/>
          <a:chOff x="0" y="0"/>
          <a:chExt cx="0" cy="0"/>
        </a:xfrm>
      </p:grpSpPr>
      <p:sp>
        <p:nvSpPr>
          <p:cNvPr id="2" name="Rectangle 1"/>
          <p:cNvSpPr/>
          <p:nvPr userDrawn="1"/>
        </p:nvSpPr>
        <p:spPr>
          <a:xfrm>
            <a:off x="0" y="2590800"/>
            <a:ext cx="32918400" cy="193548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4095"/>
          </a:p>
        </p:txBody>
      </p:sp>
      <p:cxnSp>
        <p:nvCxnSpPr>
          <p:cNvPr id="3" name="Straight Connector 2"/>
          <p:cNvCxnSpPr/>
          <p:nvPr userDrawn="1"/>
        </p:nvCxnSpPr>
        <p:spPr>
          <a:xfrm>
            <a:off x="0" y="2692400"/>
            <a:ext cx="32918400" cy="0"/>
          </a:xfrm>
          <a:prstGeom prst="line">
            <a:avLst/>
          </a:prstGeom>
          <a:ln w="381000" cmpd="sng">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574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range Background Poster">
    <p:spTree>
      <p:nvGrpSpPr>
        <p:cNvPr id="1" name=""/>
        <p:cNvGrpSpPr/>
        <p:nvPr/>
      </p:nvGrpSpPr>
      <p:grpSpPr>
        <a:xfrm>
          <a:off x="0" y="0"/>
          <a:ext cx="0" cy="0"/>
          <a:chOff x="0" y="0"/>
          <a:chExt cx="0" cy="0"/>
        </a:xfrm>
      </p:grpSpPr>
      <p:sp>
        <p:nvSpPr>
          <p:cNvPr id="2" name="Rectangle 1"/>
          <p:cNvSpPr/>
          <p:nvPr userDrawn="1"/>
        </p:nvSpPr>
        <p:spPr>
          <a:xfrm>
            <a:off x="0" y="2590800"/>
            <a:ext cx="32918400" cy="1935480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4095"/>
          </a:p>
        </p:txBody>
      </p:sp>
      <p:cxnSp>
        <p:nvCxnSpPr>
          <p:cNvPr id="3" name="Straight Connector 2"/>
          <p:cNvCxnSpPr/>
          <p:nvPr userDrawn="1"/>
        </p:nvCxnSpPr>
        <p:spPr>
          <a:xfrm>
            <a:off x="0" y="2692400"/>
            <a:ext cx="32918400" cy="0"/>
          </a:xfrm>
          <a:prstGeom prst="line">
            <a:avLst/>
          </a:prstGeom>
          <a:ln w="381000" cmpd="sng">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481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14102081"/>
            <a:ext cx="27980640" cy="4358640"/>
          </a:xfrm>
          <a:prstGeom prst="rect">
            <a:avLst/>
          </a:prstGeom>
        </p:spPr>
        <p:txBody>
          <a:bodyPr anchor="t"/>
          <a:lstStyle>
            <a:lvl1pPr algn="l">
              <a:defRPr sz="12801" b="1" cap="all"/>
            </a:lvl1pPr>
          </a:lstStyle>
          <a:p>
            <a:r>
              <a:rPr lang="en-US"/>
              <a:t>Click to edit Master title style</a:t>
            </a:r>
          </a:p>
        </p:txBody>
      </p:sp>
      <p:sp>
        <p:nvSpPr>
          <p:cNvPr id="3" name="Text Placeholder 2"/>
          <p:cNvSpPr>
            <a:spLocks noGrp="1"/>
          </p:cNvSpPr>
          <p:nvPr>
            <p:ph type="body" idx="1"/>
          </p:nvPr>
        </p:nvSpPr>
        <p:spPr>
          <a:xfrm>
            <a:off x="2600326" y="9301483"/>
            <a:ext cx="27980640" cy="4800599"/>
          </a:xfrm>
          <a:prstGeom prst="rect">
            <a:avLst/>
          </a:prstGeom>
        </p:spPr>
        <p:txBody>
          <a:bodyPr anchor="b"/>
          <a:lstStyle>
            <a:lvl1pPr marL="0" indent="0">
              <a:buNone/>
              <a:defRPr sz="6400">
                <a:solidFill>
                  <a:schemeClr val="tx1">
                    <a:tint val="75000"/>
                  </a:schemeClr>
                </a:solidFill>
              </a:defRPr>
            </a:lvl1pPr>
            <a:lvl2pPr marL="1463113" indent="0">
              <a:buNone/>
              <a:defRPr sz="5734">
                <a:solidFill>
                  <a:schemeClr val="tx1">
                    <a:tint val="75000"/>
                  </a:schemeClr>
                </a:solidFill>
              </a:defRPr>
            </a:lvl2pPr>
            <a:lvl3pPr marL="2926226" indent="0">
              <a:buNone/>
              <a:defRPr sz="5134">
                <a:solidFill>
                  <a:schemeClr val="tx1">
                    <a:tint val="75000"/>
                  </a:schemeClr>
                </a:solidFill>
              </a:defRPr>
            </a:lvl3pPr>
            <a:lvl4pPr marL="4389339" indent="0">
              <a:buNone/>
              <a:defRPr sz="4467">
                <a:solidFill>
                  <a:schemeClr val="tx1">
                    <a:tint val="75000"/>
                  </a:schemeClr>
                </a:solidFill>
              </a:defRPr>
            </a:lvl4pPr>
            <a:lvl5pPr marL="5852453" indent="0">
              <a:buNone/>
              <a:defRPr sz="4467">
                <a:solidFill>
                  <a:schemeClr val="tx1">
                    <a:tint val="75000"/>
                  </a:schemeClr>
                </a:solidFill>
              </a:defRPr>
            </a:lvl5pPr>
            <a:lvl6pPr marL="7315566" indent="0">
              <a:buNone/>
              <a:defRPr sz="4467">
                <a:solidFill>
                  <a:schemeClr val="tx1">
                    <a:tint val="75000"/>
                  </a:schemeClr>
                </a:solidFill>
              </a:defRPr>
            </a:lvl6pPr>
            <a:lvl7pPr marL="8778679" indent="0">
              <a:buNone/>
              <a:defRPr sz="4467">
                <a:solidFill>
                  <a:schemeClr val="tx1">
                    <a:tint val="75000"/>
                  </a:schemeClr>
                </a:solidFill>
              </a:defRPr>
            </a:lvl7pPr>
            <a:lvl8pPr marL="10241792" indent="0">
              <a:buNone/>
              <a:defRPr sz="4467">
                <a:solidFill>
                  <a:schemeClr val="tx1">
                    <a:tint val="75000"/>
                  </a:schemeClr>
                </a:solidFill>
              </a:defRPr>
            </a:lvl8pPr>
            <a:lvl9pPr marL="11704905" indent="0">
              <a:buNone/>
              <a:defRPr sz="44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45444" y="20340109"/>
            <a:ext cx="7681913" cy="1168400"/>
          </a:xfrm>
          <a:prstGeom prst="rect">
            <a:avLst/>
          </a:prstGeom>
        </p:spPr>
        <p:txBody>
          <a:bodyPr/>
          <a:lstStyle>
            <a:lvl1pPr>
              <a:defRPr smtClean="0"/>
            </a:lvl1pPr>
          </a:lstStyle>
          <a:p>
            <a:pPr>
              <a:defRPr/>
            </a:pPr>
            <a:fld id="{DE4A1045-DEEA-8946-B37B-F877AEF129FC}" type="datetime1">
              <a:rPr lang="en-US"/>
              <a:pPr>
                <a:defRPr/>
              </a:pPr>
              <a:t>3/24/25</a:t>
            </a:fld>
            <a:endParaRPr lang="en-US"/>
          </a:p>
        </p:txBody>
      </p:sp>
      <p:sp>
        <p:nvSpPr>
          <p:cNvPr id="5" name="Footer Placeholder 4"/>
          <p:cNvSpPr>
            <a:spLocks noGrp="1"/>
          </p:cNvSpPr>
          <p:nvPr>
            <p:ph type="ftr" sz="quarter" idx="11"/>
          </p:nvPr>
        </p:nvSpPr>
        <p:spPr>
          <a:xfrm>
            <a:off x="11246644" y="20340109"/>
            <a:ext cx="10425113" cy="1168400"/>
          </a:xfrm>
          <a:prstGeom prst="rect">
            <a:avLst/>
          </a:prstGeom>
        </p:spPr>
        <p:txBody>
          <a:bodyPr/>
          <a:lstStyle>
            <a:lvl1pPr>
              <a:defRPr smtClean="0"/>
            </a:lvl1pPr>
          </a:lstStyle>
          <a:p>
            <a:pPr>
              <a:defRPr/>
            </a:pPr>
            <a:endParaRPr lang="en-US"/>
          </a:p>
        </p:txBody>
      </p:sp>
      <p:sp>
        <p:nvSpPr>
          <p:cNvPr id="6" name="Slide Number Placeholder 5"/>
          <p:cNvSpPr>
            <a:spLocks noGrp="1"/>
          </p:cNvSpPr>
          <p:nvPr>
            <p:ph type="sldNum" sz="quarter" idx="12"/>
          </p:nvPr>
        </p:nvSpPr>
        <p:spPr>
          <a:xfrm>
            <a:off x="23591044" y="20340109"/>
            <a:ext cx="7681913" cy="1168400"/>
          </a:xfrm>
          <a:prstGeom prst="rect">
            <a:avLst/>
          </a:prstGeom>
        </p:spPr>
        <p:txBody>
          <a:bodyPr/>
          <a:lstStyle>
            <a:lvl1pPr>
              <a:defRPr smtClean="0"/>
            </a:lvl1pPr>
          </a:lstStyle>
          <a:p>
            <a:pPr>
              <a:defRPr/>
            </a:pPr>
            <a:fld id="{579A86B2-360D-E24E-B447-F98F32436CC1}" type="slidenum">
              <a:rPr lang="en-US"/>
              <a:pPr>
                <a:defRPr/>
              </a:pPr>
              <a:t>‹#›</a:t>
            </a:fld>
            <a:endParaRPr lang="en-US"/>
          </a:p>
        </p:txBody>
      </p:sp>
    </p:spTree>
    <p:extLst>
      <p:ext uri="{BB962C8B-B14F-4D97-AF65-F5344CB8AC3E}">
        <p14:creationId xmlns:p14="http://schemas.microsoft.com/office/powerpoint/2010/main" val="136236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45444" y="878417"/>
            <a:ext cx="29627513" cy="36576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7898132" y="24577040"/>
            <a:ext cx="70831710" cy="69519801"/>
          </a:xfrm>
          <a:prstGeom prst="rect">
            <a:avLst/>
          </a:prstGeom>
        </p:spPr>
        <p:txBody>
          <a:bodyPr/>
          <a:lstStyle>
            <a:lvl1pPr>
              <a:defRPr sz="8934"/>
            </a:lvl1pPr>
            <a:lvl2pPr>
              <a:defRPr sz="7667"/>
            </a:lvl2pPr>
            <a:lvl3pPr>
              <a:defRPr sz="6400"/>
            </a:lvl3pPr>
            <a:lvl4pPr>
              <a:defRPr sz="5734"/>
            </a:lvl4pPr>
            <a:lvl5pPr>
              <a:defRPr sz="5734"/>
            </a:lvl5pPr>
            <a:lvl6pPr>
              <a:defRPr sz="5734"/>
            </a:lvl6pPr>
            <a:lvl7pPr>
              <a:defRPr sz="5734"/>
            </a:lvl7pPr>
            <a:lvl8pPr>
              <a:defRPr sz="5734"/>
            </a:lvl8pPr>
            <a:lvl9pPr>
              <a:defRPr sz="573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9278482" y="24577040"/>
            <a:ext cx="70831710" cy="69519801"/>
          </a:xfrm>
          <a:prstGeom prst="rect">
            <a:avLst/>
          </a:prstGeom>
        </p:spPr>
        <p:txBody>
          <a:bodyPr/>
          <a:lstStyle>
            <a:lvl1pPr>
              <a:defRPr sz="8934"/>
            </a:lvl1pPr>
            <a:lvl2pPr>
              <a:defRPr sz="7667"/>
            </a:lvl2pPr>
            <a:lvl3pPr>
              <a:defRPr sz="6400"/>
            </a:lvl3pPr>
            <a:lvl4pPr>
              <a:defRPr sz="5734"/>
            </a:lvl4pPr>
            <a:lvl5pPr>
              <a:defRPr sz="5734"/>
            </a:lvl5pPr>
            <a:lvl6pPr>
              <a:defRPr sz="5734"/>
            </a:lvl6pPr>
            <a:lvl7pPr>
              <a:defRPr sz="5734"/>
            </a:lvl7pPr>
            <a:lvl8pPr>
              <a:defRPr sz="5734"/>
            </a:lvl8pPr>
            <a:lvl9pPr>
              <a:defRPr sz="573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1645444" y="20340109"/>
            <a:ext cx="7681913" cy="1168400"/>
          </a:xfrm>
          <a:prstGeom prst="rect">
            <a:avLst/>
          </a:prstGeom>
        </p:spPr>
        <p:txBody>
          <a:bodyPr/>
          <a:lstStyle>
            <a:lvl1pPr>
              <a:defRPr smtClean="0"/>
            </a:lvl1pPr>
          </a:lstStyle>
          <a:p>
            <a:pPr>
              <a:defRPr/>
            </a:pPr>
            <a:fld id="{85F8FCF0-B109-4E41-830D-87865EE91AB8}" type="datetime1">
              <a:rPr lang="en-US"/>
              <a:pPr>
                <a:defRPr/>
              </a:pPr>
              <a:t>3/24/25</a:t>
            </a:fld>
            <a:endParaRPr lang="en-US"/>
          </a:p>
        </p:txBody>
      </p:sp>
      <p:sp>
        <p:nvSpPr>
          <p:cNvPr id="6" name="Footer Placeholder 4"/>
          <p:cNvSpPr>
            <a:spLocks noGrp="1"/>
          </p:cNvSpPr>
          <p:nvPr>
            <p:ph type="ftr" sz="quarter" idx="11"/>
          </p:nvPr>
        </p:nvSpPr>
        <p:spPr>
          <a:xfrm>
            <a:off x="11246644" y="20340109"/>
            <a:ext cx="10425113" cy="1168400"/>
          </a:xfrm>
          <a:prstGeom prst="rect">
            <a:avLst/>
          </a:prstGeom>
        </p:spPr>
        <p:txBody>
          <a:bodyPr/>
          <a:lstStyle>
            <a:lvl1pPr>
              <a:defRPr smtClean="0"/>
            </a:lvl1pPr>
          </a:lstStyle>
          <a:p>
            <a:pPr>
              <a:defRPr/>
            </a:pPr>
            <a:endParaRPr lang="en-US"/>
          </a:p>
        </p:txBody>
      </p:sp>
      <p:sp>
        <p:nvSpPr>
          <p:cNvPr id="7" name="Slide Number Placeholder 5"/>
          <p:cNvSpPr>
            <a:spLocks noGrp="1"/>
          </p:cNvSpPr>
          <p:nvPr>
            <p:ph type="sldNum" sz="quarter" idx="12"/>
          </p:nvPr>
        </p:nvSpPr>
        <p:spPr>
          <a:xfrm>
            <a:off x="23591044" y="20340109"/>
            <a:ext cx="7681913" cy="1168400"/>
          </a:xfrm>
          <a:prstGeom prst="rect">
            <a:avLst/>
          </a:prstGeom>
        </p:spPr>
        <p:txBody>
          <a:bodyPr/>
          <a:lstStyle>
            <a:lvl1pPr>
              <a:defRPr smtClean="0"/>
            </a:lvl1pPr>
          </a:lstStyle>
          <a:p>
            <a:pPr>
              <a:defRPr/>
            </a:pPr>
            <a:fld id="{32BA0FE9-D76A-B441-9EDF-101CA9A46B59}" type="slidenum">
              <a:rPr lang="en-US"/>
              <a:pPr>
                <a:defRPr/>
              </a:pPr>
              <a:t>‹#›</a:t>
            </a:fld>
            <a:endParaRPr lang="en-US"/>
          </a:p>
        </p:txBody>
      </p:sp>
    </p:spTree>
    <p:extLst>
      <p:ext uri="{BB962C8B-B14F-4D97-AF65-F5344CB8AC3E}">
        <p14:creationId xmlns:p14="http://schemas.microsoft.com/office/powerpoint/2010/main" val="2622211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920" y="878841"/>
            <a:ext cx="29626560" cy="36576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45920" y="4912361"/>
            <a:ext cx="14544677" cy="2047239"/>
          </a:xfrm>
          <a:prstGeom prst="rect">
            <a:avLst/>
          </a:prstGeom>
        </p:spPr>
        <p:txBody>
          <a:bodyPr anchor="b"/>
          <a:lstStyle>
            <a:lvl1pPr marL="0" indent="0">
              <a:buNone/>
              <a:defRPr sz="7667" b="1"/>
            </a:lvl1pPr>
            <a:lvl2pPr marL="1463113" indent="0">
              <a:buNone/>
              <a:defRPr sz="6400" b="1"/>
            </a:lvl2pPr>
            <a:lvl3pPr marL="2926226" indent="0">
              <a:buNone/>
              <a:defRPr sz="5734" b="1"/>
            </a:lvl3pPr>
            <a:lvl4pPr marL="4389339" indent="0">
              <a:buNone/>
              <a:defRPr sz="5134" b="1"/>
            </a:lvl4pPr>
            <a:lvl5pPr marL="5852453" indent="0">
              <a:buNone/>
              <a:defRPr sz="5134" b="1"/>
            </a:lvl5pPr>
            <a:lvl6pPr marL="7315566" indent="0">
              <a:buNone/>
              <a:defRPr sz="5134" b="1"/>
            </a:lvl6pPr>
            <a:lvl7pPr marL="8778679" indent="0">
              <a:buNone/>
              <a:defRPr sz="5134" b="1"/>
            </a:lvl7pPr>
            <a:lvl8pPr marL="10241792" indent="0">
              <a:buNone/>
              <a:defRPr sz="5134" b="1"/>
            </a:lvl8pPr>
            <a:lvl9pPr marL="11704905" indent="0">
              <a:buNone/>
              <a:defRPr sz="5134" b="1"/>
            </a:lvl9pPr>
          </a:lstStyle>
          <a:p>
            <a:pPr lvl="0"/>
            <a:r>
              <a:rPr lang="en-US"/>
              <a:t>Edit Master text styles</a:t>
            </a:r>
          </a:p>
        </p:txBody>
      </p:sp>
      <p:sp>
        <p:nvSpPr>
          <p:cNvPr id="4" name="Content Placeholder 3"/>
          <p:cNvSpPr>
            <a:spLocks noGrp="1"/>
          </p:cNvSpPr>
          <p:nvPr>
            <p:ph sz="half" idx="2"/>
          </p:nvPr>
        </p:nvSpPr>
        <p:spPr>
          <a:xfrm>
            <a:off x="1645920" y="6959600"/>
            <a:ext cx="14544677" cy="12644121"/>
          </a:xfrm>
          <a:prstGeom prst="rect">
            <a:avLst/>
          </a:prstGeom>
        </p:spPr>
        <p:txBody>
          <a:bodyPr/>
          <a:lstStyle>
            <a:lvl1pPr>
              <a:defRPr sz="7667"/>
            </a:lvl1pPr>
            <a:lvl2pPr>
              <a:defRPr sz="6400"/>
            </a:lvl2pPr>
            <a:lvl3pPr>
              <a:defRPr sz="5734"/>
            </a:lvl3pPr>
            <a:lvl4pPr>
              <a:defRPr sz="5134"/>
            </a:lvl4pPr>
            <a:lvl5pPr>
              <a:defRPr sz="5134"/>
            </a:lvl5pPr>
            <a:lvl6pPr>
              <a:defRPr sz="5134"/>
            </a:lvl6pPr>
            <a:lvl7pPr>
              <a:defRPr sz="5134"/>
            </a:lvl7pPr>
            <a:lvl8pPr>
              <a:defRPr sz="5134"/>
            </a:lvl8pPr>
            <a:lvl9pPr>
              <a:defRPr sz="513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092" y="4912361"/>
            <a:ext cx="14550390" cy="2047239"/>
          </a:xfrm>
          <a:prstGeom prst="rect">
            <a:avLst/>
          </a:prstGeom>
        </p:spPr>
        <p:txBody>
          <a:bodyPr anchor="b"/>
          <a:lstStyle>
            <a:lvl1pPr marL="0" indent="0">
              <a:buNone/>
              <a:defRPr sz="7667" b="1"/>
            </a:lvl1pPr>
            <a:lvl2pPr marL="1463113" indent="0">
              <a:buNone/>
              <a:defRPr sz="6400" b="1"/>
            </a:lvl2pPr>
            <a:lvl3pPr marL="2926226" indent="0">
              <a:buNone/>
              <a:defRPr sz="5734" b="1"/>
            </a:lvl3pPr>
            <a:lvl4pPr marL="4389339" indent="0">
              <a:buNone/>
              <a:defRPr sz="5134" b="1"/>
            </a:lvl4pPr>
            <a:lvl5pPr marL="5852453" indent="0">
              <a:buNone/>
              <a:defRPr sz="5134" b="1"/>
            </a:lvl5pPr>
            <a:lvl6pPr marL="7315566" indent="0">
              <a:buNone/>
              <a:defRPr sz="5134" b="1"/>
            </a:lvl6pPr>
            <a:lvl7pPr marL="8778679" indent="0">
              <a:buNone/>
              <a:defRPr sz="5134" b="1"/>
            </a:lvl7pPr>
            <a:lvl8pPr marL="10241792" indent="0">
              <a:buNone/>
              <a:defRPr sz="5134" b="1"/>
            </a:lvl8pPr>
            <a:lvl9pPr marL="11704905" indent="0">
              <a:buNone/>
              <a:defRPr sz="5134" b="1"/>
            </a:lvl9pPr>
          </a:lstStyle>
          <a:p>
            <a:pPr lvl="0"/>
            <a:r>
              <a:rPr lang="en-US"/>
              <a:t>Edit Master text styles</a:t>
            </a:r>
          </a:p>
        </p:txBody>
      </p:sp>
      <p:sp>
        <p:nvSpPr>
          <p:cNvPr id="6" name="Content Placeholder 5"/>
          <p:cNvSpPr>
            <a:spLocks noGrp="1"/>
          </p:cNvSpPr>
          <p:nvPr>
            <p:ph sz="quarter" idx="4"/>
          </p:nvPr>
        </p:nvSpPr>
        <p:spPr>
          <a:xfrm>
            <a:off x="16722092" y="6959600"/>
            <a:ext cx="14550390" cy="12644121"/>
          </a:xfrm>
          <a:prstGeom prst="rect">
            <a:avLst/>
          </a:prstGeom>
        </p:spPr>
        <p:txBody>
          <a:bodyPr/>
          <a:lstStyle>
            <a:lvl1pPr>
              <a:defRPr sz="7667"/>
            </a:lvl1pPr>
            <a:lvl2pPr>
              <a:defRPr sz="6400"/>
            </a:lvl2pPr>
            <a:lvl3pPr>
              <a:defRPr sz="5734"/>
            </a:lvl3pPr>
            <a:lvl4pPr>
              <a:defRPr sz="5134"/>
            </a:lvl4pPr>
            <a:lvl5pPr>
              <a:defRPr sz="5134"/>
            </a:lvl5pPr>
            <a:lvl6pPr>
              <a:defRPr sz="5134"/>
            </a:lvl6pPr>
            <a:lvl7pPr>
              <a:defRPr sz="5134"/>
            </a:lvl7pPr>
            <a:lvl8pPr>
              <a:defRPr sz="5134"/>
            </a:lvl8pPr>
            <a:lvl9pPr>
              <a:defRPr sz="513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1645444" y="20340109"/>
            <a:ext cx="7681913" cy="1168400"/>
          </a:xfrm>
          <a:prstGeom prst="rect">
            <a:avLst/>
          </a:prstGeom>
        </p:spPr>
        <p:txBody>
          <a:bodyPr/>
          <a:lstStyle>
            <a:lvl1pPr>
              <a:defRPr smtClean="0"/>
            </a:lvl1pPr>
          </a:lstStyle>
          <a:p>
            <a:pPr>
              <a:defRPr/>
            </a:pPr>
            <a:fld id="{E7C552A1-6EB6-214B-B59F-414060EFC9BA}" type="datetime1">
              <a:rPr lang="en-US"/>
              <a:pPr>
                <a:defRPr/>
              </a:pPr>
              <a:t>3/24/25</a:t>
            </a:fld>
            <a:endParaRPr lang="en-US"/>
          </a:p>
        </p:txBody>
      </p:sp>
      <p:sp>
        <p:nvSpPr>
          <p:cNvPr id="8" name="Footer Placeholder 4"/>
          <p:cNvSpPr>
            <a:spLocks noGrp="1"/>
          </p:cNvSpPr>
          <p:nvPr>
            <p:ph type="ftr" sz="quarter" idx="11"/>
          </p:nvPr>
        </p:nvSpPr>
        <p:spPr>
          <a:xfrm>
            <a:off x="11246644" y="20340109"/>
            <a:ext cx="10425113" cy="1168400"/>
          </a:xfrm>
          <a:prstGeom prst="rect">
            <a:avLst/>
          </a:prstGeom>
        </p:spPr>
        <p:txBody>
          <a:bodyPr/>
          <a:lstStyle>
            <a:lvl1pPr>
              <a:defRPr smtClean="0"/>
            </a:lvl1pPr>
          </a:lstStyle>
          <a:p>
            <a:pPr>
              <a:defRPr/>
            </a:pPr>
            <a:endParaRPr lang="en-US"/>
          </a:p>
        </p:txBody>
      </p:sp>
      <p:sp>
        <p:nvSpPr>
          <p:cNvPr id="9" name="Slide Number Placeholder 5"/>
          <p:cNvSpPr>
            <a:spLocks noGrp="1"/>
          </p:cNvSpPr>
          <p:nvPr>
            <p:ph type="sldNum" sz="quarter" idx="12"/>
          </p:nvPr>
        </p:nvSpPr>
        <p:spPr>
          <a:xfrm>
            <a:off x="23591044" y="20340109"/>
            <a:ext cx="7681913" cy="1168400"/>
          </a:xfrm>
          <a:prstGeom prst="rect">
            <a:avLst/>
          </a:prstGeom>
        </p:spPr>
        <p:txBody>
          <a:bodyPr/>
          <a:lstStyle>
            <a:lvl1pPr>
              <a:defRPr smtClean="0"/>
            </a:lvl1pPr>
          </a:lstStyle>
          <a:p>
            <a:pPr>
              <a:defRPr/>
            </a:pPr>
            <a:fld id="{B58AD041-EDB0-4D41-9E5B-79FB902190D4}" type="slidenum">
              <a:rPr lang="en-US"/>
              <a:pPr>
                <a:defRPr/>
              </a:pPr>
              <a:t>‹#›</a:t>
            </a:fld>
            <a:endParaRPr lang="en-US"/>
          </a:p>
        </p:txBody>
      </p:sp>
    </p:spTree>
    <p:extLst>
      <p:ext uri="{BB962C8B-B14F-4D97-AF65-F5344CB8AC3E}">
        <p14:creationId xmlns:p14="http://schemas.microsoft.com/office/powerpoint/2010/main" val="2490593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45444" y="878417"/>
            <a:ext cx="29627513" cy="3657600"/>
          </a:xfrm>
          <a:prstGeom prst="rect">
            <a:avLst/>
          </a:prstGeom>
        </p:spPr>
        <p:txBody>
          <a:bodyPr/>
          <a:lstStyle/>
          <a:p>
            <a:r>
              <a:rPr lang="en-US"/>
              <a:t>Click to edit Master title style</a:t>
            </a:r>
          </a:p>
        </p:txBody>
      </p:sp>
      <p:sp>
        <p:nvSpPr>
          <p:cNvPr id="3" name="Date Placeholder 3"/>
          <p:cNvSpPr>
            <a:spLocks noGrp="1"/>
          </p:cNvSpPr>
          <p:nvPr>
            <p:ph type="dt" sz="half" idx="10"/>
          </p:nvPr>
        </p:nvSpPr>
        <p:spPr>
          <a:xfrm>
            <a:off x="1645444" y="20340109"/>
            <a:ext cx="7681913" cy="1168400"/>
          </a:xfrm>
          <a:prstGeom prst="rect">
            <a:avLst/>
          </a:prstGeom>
        </p:spPr>
        <p:txBody>
          <a:bodyPr/>
          <a:lstStyle>
            <a:lvl1pPr>
              <a:defRPr smtClean="0"/>
            </a:lvl1pPr>
          </a:lstStyle>
          <a:p>
            <a:pPr>
              <a:defRPr/>
            </a:pPr>
            <a:fld id="{4122401C-AAEC-224B-B0FC-7E890D4BAFD9}" type="datetime1">
              <a:rPr lang="en-US"/>
              <a:pPr>
                <a:defRPr/>
              </a:pPr>
              <a:t>3/24/25</a:t>
            </a:fld>
            <a:endParaRPr lang="en-US"/>
          </a:p>
        </p:txBody>
      </p:sp>
      <p:sp>
        <p:nvSpPr>
          <p:cNvPr id="4" name="Footer Placeholder 4"/>
          <p:cNvSpPr>
            <a:spLocks noGrp="1"/>
          </p:cNvSpPr>
          <p:nvPr>
            <p:ph type="ftr" sz="quarter" idx="11"/>
          </p:nvPr>
        </p:nvSpPr>
        <p:spPr>
          <a:xfrm>
            <a:off x="11246644" y="20340109"/>
            <a:ext cx="10425113" cy="1168400"/>
          </a:xfrm>
          <a:prstGeom prst="rect">
            <a:avLst/>
          </a:prstGeom>
        </p:spPr>
        <p:txBody>
          <a:bodyPr/>
          <a:lstStyle>
            <a:lvl1pPr>
              <a:defRPr smtClean="0"/>
            </a:lvl1pPr>
          </a:lstStyle>
          <a:p>
            <a:pPr>
              <a:defRPr/>
            </a:pPr>
            <a:endParaRPr lang="en-US"/>
          </a:p>
        </p:txBody>
      </p:sp>
      <p:sp>
        <p:nvSpPr>
          <p:cNvPr id="5" name="Slide Number Placeholder 5"/>
          <p:cNvSpPr>
            <a:spLocks noGrp="1"/>
          </p:cNvSpPr>
          <p:nvPr>
            <p:ph type="sldNum" sz="quarter" idx="12"/>
          </p:nvPr>
        </p:nvSpPr>
        <p:spPr>
          <a:xfrm>
            <a:off x="23591044" y="20340109"/>
            <a:ext cx="7681913" cy="1168400"/>
          </a:xfrm>
          <a:prstGeom prst="rect">
            <a:avLst/>
          </a:prstGeom>
        </p:spPr>
        <p:txBody>
          <a:bodyPr/>
          <a:lstStyle>
            <a:lvl1pPr>
              <a:defRPr smtClean="0"/>
            </a:lvl1pPr>
          </a:lstStyle>
          <a:p>
            <a:pPr>
              <a:defRPr/>
            </a:pPr>
            <a:fld id="{26EED259-E526-8742-8A7F-7FDFE05072F7}" type="slidenum">
              <a:rPr lang="en-US"/>
              <a:pPr>
                <a:defRPr/>
              </a:pPr>
              <a:t>‹#›</a:t>
            </a:fld>
            <a:endParaRPr lang="en-US"/>
          </a:p>
        </p:txBody>
      </p:sp>
    </p:spTree>
    <p:extLst>
      <p:ext uri="{BB962C8B-B14F-4D97-AF65-F5344CB8AC3E}">
        <p14:creationId xmlns:p14="http://schemas.microsoft.com/office/powerpoint/2010/main" val="1510159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1645444" y="20340109"/>
            <a:ext cx="7681913" cy="1168400"/>
          </a:xfrm>
          <a:prstGeom prst="rect">
            <a:avLst/>
          </a:prstGeom>
        </p:spPr>
        <p:txBody>
          <a:bodyPr/>
          <a:lstStyle>
            <a:lvl1pPr>
              <a:defRPr smtClean="0"/>
            </a:lvl1pPr>
          </a:lstStyle>
          <a:p>
            <a:pPr>
              <a:defRPr/>
            </a:pPr>
            <a:fld id="{556E7D08-D5EF-6242-865A-CE48CC4D2D04}" type="datetime1">
              <a:rPr lang="en-US"/>
              <a:pPr>
                <a:defRPr/>
              </a:pPr>
              <a:t>3/24/25</a:t>
            </a:fld>
            <a:endParaRPr lang="en-US"/>
          </a:p>
        </p:txBody>
      </p:sp>
      <p:sp>
        <p:nvSpPr>
          <p:cNvPr id="3" name="Footer Placeholder 4"/>
          <p:cNvSpPr>
            <a:spLocks noGrp="1"/>
          </p:cNvSpPr>
          <p:nvPr>
            <p:ph type="ftr" sz="quarter" idx="11"/>
          </p:nvPr>
        </p:nvSpPr>
        <p:spPr>
          <a:xfrm>
            <a:off x="11246644" y="20340109"/>
            <a:ext cx="10425113" cy="1168400"/>
          </a:xfrm>
          <a:prstGeom prst="rect">
            <a:avLst/>
          </a:prstGeom>
        </p:spPr>
        <p:txBody>
          <a:bodyPr/>
          <a:lstStyle>
            <a:lvl1pPr>
              <a:defRPr smtClean="0"/>
            </a:lvl1pPr>
          </a:lstStyle>
          <a:p>
            <a:pPr>
              <a:defRPr/>
            </a:pPr>
            <a:endParaRPr lang="en-US"/>
          </a:p>
        </p:txBody>
      </p:sp>
      <p:sp>
        <p:nvSpPr>
          <p:cNvPr id="4" name="Slide Number Placeholder 5"/>
          <p:cNvSpPr>
            <a:spLocks noGrp="1"/>
          </p:cNvSpPr>
          <p:nvPr>
            <p:ph type="sldNum" sz="quarter" idx="12"/>
          </p:nvPr>
        </p:nvSpPr>
        <p:spPr>
          <a:xfrm>
            <a:off x="23591044" y="20340109"/>
            <a:ext cx="7681913" cy="1168400"/>
          </a:xfrm>
          <a:prstGeom prst="rect">
            <a:avLst/>
          </a:prstGeom>
        </p:spPr>
        <p:txBody>
          <a:bodyPr/>
          <a:lstStyle>
            <a:lvl1pPr>
              <a:defRPr smtClean="0"/>
            </a:lvl1pPr>
          </a:lstStyle>
          <a:p>
            <a:pPr>
              <a:defRPr/>
            </a:pPr>
            <a:fld id="{F793F65F-BDD2-7143-9DB4-7F6E1DC01511}" type="slidenum">
              <a:rPr lang="en-US"/>
              <a:pPr>
                <a:defRPr/>
              </a:pPr>
              <a:t>‹#›</a:t>
            </a:fld>
            <a:endParaRPr lang="en-US"/>
          </a:p>
        </p:txBody>
      </p:sp>
    </p:spTree>
    <p:extLst>
      <p:ext uri="{BB962C8B-B14F-4D97-AF65-F5344CB8AC3E}">
        <p14:creationId xmlns:p14="http://schemas.microsoft.com/office/powerpoint/2010/main" val="2701705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2" y="873760"/>
            <a:ext cx="10829927" cy="3718560"/>
          </a:xfrm>
          <a:prstGeom prst="rect">
            <a:avLst/>
          </a:prstGeom>
        </p:spPr>
        <p:txBody>
          <a:bodyPr anchor="b"/>
          <a:lstStyle>
            <a:lvl1pPr algn="l">
              <a:defRPr sz="6400" b="1"/>
            </a:lvl1pPr>
          </a:lstStyle>
          <a:p>
            <a:r>
              <a:rPr lang="en-US"/>
              <a:t>Click to edit Master title style</a:t>
            </a:r>
          </a:p>
        </p:txBody>
      </p:sp>
      <p:sp>
        <p:nvSpPr>
          <p:cNvPr id="3" name="Content Placeholder 2"/>
          <p:cNvSpPr>
            <a:spLocks noGrp="1"/>
          </p:cNvSpPr>
          <p:nvPr>
            <p:ph idx="1"/>
          </p:nvPr>
        </p:nvSpPr>
        <p:spPr>
          <a:xfrm>
            <a:off x="12870180" y="873762"/>
            <a:ext cx="18402300" cy="18729961"/>
          </a:xfrm>
          <a:prstGeom prst="rect">
            <a:avLst/>
          </a:prstGeom>
        </p:spPr>
        <p:txBody>
          <a:bodyPr/>
          <a:lstStyle>
            <a:lvl1pPr>
              <a:defRPr sz="10267"/>
            </a:lvl1pPr>
            <a:lvl2pPr>
              <a:defRPr sz="8934"/>
            </a:lvl2pPr>
            <a:lvl3pPr>
              <a:defRPr sz="7667"/>
            </a:lvl3pPr>
            <a:lvl4pPr>
              <a:defRPr sz="6400"/>
            </a:lvl4pPr>
            <a:lvl5pPr>
              <a:defRPr sz="6400"/>
            </a:lvl5pPr>
            <a:lvl6pPr>
              <a:defRPr sz="6400"/>
            </a:lvl6pPr>
            <a:lvl7pPr>
              <a:defRPr sz="6400"/>
            </a:lvl7pPr>
            <a:lvl8pPr>
              <a:defRPr sz="6400"/>
            </a:lvl8pPr>
            <a:lvl9pPr>
              <a:defRPr sz="6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922" y="4592322"/>
            <a:ext cx="10829927" cy="15011401"/>
          </a:xfrm>
          <a:prstGeom prst="rect">
            <a:avLst/>
          </a:prstGeom>
        </p:spPr>
        <p:txBody>
          <a:bodyPr/>
          <a:lstStyle>
            <a:lvl1pPr marL="0" indent="0">
              <a:buNone/>
              <a:defRPr sz="4467"/>
            </a:lvl1pPr>
            <a:lvl2pPr marL="1463113" indent="0">
              <a:buNone/>
              <a:defRPr sz="3867"/>
            </a:lvl2pPr>
            <a:lvl3pPr marL="2926226" indent="0">
              <a:buNone/>
              <a:defRPr sz="3200"/>
            </a:lvl3pPr>
            <a:lvl4pPr marL="4389339" indent="0">
              <a:buNone/>
              <a:defRPr sz="2867"/>
            </a:lvl4pPr>
            <a:lvl5pPr marL="5852453" indent="0">
              <a:buNone/>
              <a:defRPr sz="2867"/>
            </a:lvl5pPr>
            <a:lvl6pPr marL="7315566" indent="0">
              <a:buNone/>
              <a:defRPr sz="2867"/>
            </a:lvl6pPr>
            <a:lvl7pPr marL="8778679" indent="0">
              <a:buNone/>
              <a:defRPr sz="2867"/>
            </a:lvl7pPr>
            <a:lvl8pPr marL="10241792" indent="0">
              <a:buNone/>
              <a:defRPr sz="2867"/>
            </a:lvl8pPr>
            <a:lvl9pPr marL="11704905" indent="0">
              <a:buNone/>
              <a:defRPr sz="2867"/>
            </a:lvl9pPr>
          </a:lstStyle>
          <a:p>
            <a:pPr lvl="0"/>
            <a:r>
              <a:rPr lang="en-US"/>
              <a:t>Edit Master text styles</a:t>
            </a:r>
          </a:p>
        </p:txBody>
      </p:sp>
      <p:sp>
        <p:nvSpPr>
          <p:cNvPr id="5" name="Date Placeholder 3"/>
          <p:cNvSpPr>
            <a:spLocks noGrp="1"/>
          </p:cNvSpPr>
          <p:nvPr>
            <p:ph type="dt" sz="half" idx="10"/>
          </p:nvPr>
        </p:nvSpPr>
        <p:spPr>
          <a:xfrm>
            <a:off x="1645444" y="20340109"/>
            <a:ext cx="7681913" cy="1168400"/>
          </a:xfrm>
          <a:prstGeom prst="rect">
            <a:avLst/>
          </a:prstGeom>
        </p:spPr>
        <p:txBody>
          <a:bodyPr/>
          <a:lstStyle>
            <a:lvl1pPr>
              <a:defRPr smtClean="0"/>
            </a:lvl1pPr>
          </a:lstStyle>
          <a:p>
            <a:pPr>
              <a:defRPr/>
            </a:pPr>
            <a:fld id="{0B1F0F8D-0D4A-614C-B06A-DCF9395ADB14}" type="datetime1">
              <a:rPr lang="en-US"/>
              <a:pPr>
                <a:defRPr/>
              </a:pPr>
              <a:t>3/24/25</a:t>
            </a:fld>
            <a:endParaRPr lang="en-US"/>
          </a:p>
        </p:txBody>
      </p:sp>
      <p:sp>
        <p:nvSpPr>
          <p:cNvPr id="6" name="Footer Placeholder 4"/>
          <p:cNvSpPr>
            <a:spLocks noGrp="1"/>
          </p:cNvSpPr>
          <p:nvPr>
            <p:ph type="ftr" sz="quarter" idx="11"/>
          </p:nvPr>
        </p:nvSpPr>
        <p:spPr>
          <a:xfrm>
            <a:off x="11246644" y="20340109"/>
            <a:ext cx="10425113" cy="1168400"/>
          </a:xfrm>
          <a:prstGeom prst="rect">
            <a:avLst/>
          </a:prstGeom>
        </p:spPr>
        <p:txBody>
          <a:bodyPr/>
          <a:lstStyle>
            <a:lvl1pPr>
              <a:defRPr smtClean="0"/>
            </a:lvl1pPr>
          </a:lstStyle>
          <a:p>
            <a:pPr>
              <a:defRPr/>
            </a:pPr>
            <a:endParaRPr lang="en-US"/>
          </a:p>
        </p:txBody>
      </p:sp>
      <p:sp>
        <p:nvSpPr>
          <p:cNvPr id="7" name="Slide Number Placeholder 5"/>
          <p:cNvSpPr>
            <a:spLocks noGrp="1"/>
          </p:cNvSpPr>
          <p:nvPr>
            <p:ph type="sldNum" sz="quarter" idx="12"/>
          </p:nvPr>
        </p:nvSpPr>
        <p:spPr>
          <a:xfrm>
            <a:off x="23591044" y="20340109"/>
            <a:ext cx="7681913" cy="1168400"/>
          </a:xfrm>
          <a:prstGeom prst="rect">
            <a:avLst/>
          </a:prstGeom>
        </p:spPr>
        <p:txBody>
          <a:bodyPr/>
          <a:lstStyle>
            <a:lvl1pPr>
              <a:defRPr smtClean="0"/>
            </a:lvl1pPr>
          </a:lstStyle>
          <a:p>
            <a:pPr>
              <a:defRPr/>
            </a:pPr>
            <a:fld id="{9EF3A24D-1705-F04C-93FD-1C69EE75A36A}" type="slidenum">
              <a:rPr lang="en-US"/>
              <a:pPr>
                <a:defRPr/>
              </a:pPr>
              <a:t>‹#›</a:t>
            </a:fld>
            <a:endParaRPr lang="en-US"/>
          </a:p>
        </p:txBody>
      </p:sp>
    </p:spTree>
    <p:extLst>
      <p:ext uri="{BB962C8B-B14F-4D97-AF65-F5344CB8AC3E}">
        <p14:creationId xmlns:p14="http://schemas.microsoft.com/office/powerpoint/2010/main" val="4294342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7" y="15361920"/>
            <a:ext cx="19751040" cy="1813561"/>
          </a:xfrm>
          <a:prstGeom prst="rect">
            <a:avLst/>
          </a:prstGeom>
        </p:spPr>
        <p:txBody>
          <a:bodyPr anchor="b"/>
          <a:lstStyle>
            <a:lvl1pPr algn="l">
              <a:defRPr sz="6400" b="1"/>
            </a:lvl1pPr>
          </a:lstStyle>
          <a:p>
            <a:r>
              <a:rPr lang="en-US"/>
              <a:t>Click to edit Master title style</a:t>
            </a:r>
          </a:p>
        </p:txBody>
      </p:sp>
      <p:sp>
        <p:nvSpPr>
          <p:cNvPr id="3" name="Picture Placeholder 2"/>
          <p:cNvSpPr>
            <a:spLocks noGrp="1"/>
          </p:cNvSpPr>
          <p:nvPr>
            <p:ph type="pic" idx="1"/>
          </p:nvPr>
        </p:nvSpPr>
        <p:spPr>
          <a:xfrm>
            <a:off x="6452237" y="1960880"/>
            <a:ext cx="19751040" cy="13167360"/>
          </a:xfrm>
          <a:prstGeom prst="rect">
            <a:avLst/>
          </a:prstGeom>
        </p:spPr>
        <p:txBody>
          <a:bodyPr rtlCol="0">
            <a:normAutofit/>
          </a:bodyPr>
          <a:lstStyle>
            <a:lvl1pPr marL="0" indent="0">
              <a:buNone/>
              <a:defRPr sz="10267"/>
            </a:lvl1pPr>
            <a:lvl2pPr marL="1463113" indent="0">
              <a:buNone/>
              <a:defRPr sz="8934"/>
            </a:lvl2pPr>
            <a:lvl3pPr marL="2926226" indent="0">
              <a:buNone/>
              <a:defRPr sz="7667"/>
            </a:lvl3pPr>
            <a:lvl4pPr marL="4389339" indent="0">
              <a:buNone/>
              <a:defRPr sz="6400"/>
            </a:lvl4pPr>
            <a:lvl5pPr marL="5852453" indent="0">
              <a:buNone/>
              <a:defRPr sz="6400"/>
            </a:lvl5pPr>
            <a:lvl6pPr marL="7315566" indent="0">
              <a:buNone/>
              <a:defRPr sz="6400"/>
            </a:lvl6pPr>
            <a:lvl7pPr marL="8778679" indent="0">
              <a:buNone/>
              <a:defRPr sz="6400"/>
            </a:lvl7pPr>
            <a:lvl8pPr marL="10241792" indent="0">
              <a:buNone/>
              <a:defRPr sz="6400"/>
            </a:lvl8pPr>
            <a:lvl9pPr marL="11704905" indent="0">
              <a:buNone/>
              <a:defRPr sz="6400"/>
            </a:lvl9pPr>
          </a:lstStyle>
          <a:p>
            <a:pPr lvl="0"/>
            <a:r>
              <a:rPr lang="en-US" noProof="0"/>
              <a:t>Click icon to add picture</a:t>
            </a:r>
          </a:p>
        </p:txBody>
      </p:sp>
      <p:sp>
        <p:nvSpPr>
          <p:cNvPr id="4" name="Text Placeholder 3"/>
          <p:cNvSpPr>
            <a:spLocks noGrp="1"/>
          </p:cNvSpPr>
          <p:nvPr>
            <p:ph type="body" sz="half" idx="2"/>
          </p:nvPr>
        </p:nvSpPr>
        <p:spPr>
          <a:xfrm>
            <a:off x="6452237" y="17175481"/>
            <a:ext cx="19751040" cy="2575559"/>
          </a:xfrm>
          <a:prstGeom prst="rect">
            <a:avLst/>
          </a:prstGeom>
        </p:spPr>
        <p:txBody>
          <a:bodyPr/>
          <a:lstStyle>
            <a:lvl1pPr marL="0" indent="0">
              <a:buNone/>
              <a:defRPr sz="4467"/>
            </a:lvl1pPr>
            <a:lvl2pPr marL="1463113" indent="0">
              <a:buNone/>
              <a:defRPr sz="3867"/>
            </a:lvl2pPr>
            <a:lvl3pPr marL="2926226" indent="0">
              <a:buNone/>
              <a:defRPr sz="3200"/>
            </a:lvl3pPr>
            <a:lvl4pPr marL="4389339" indent="0">
              <a:buNone/>
              <a:defRPr sz="2867"/>
            </a:lvl4pPr>
            <a:lvl5pPr marL="5852453" indent="0">
              <a:buNone/>
              <a:defRPr sz="2867"/>
            </a:lvl5pPr>
            <a:lvl6pPr marL="7315566" indent="0">
              <a:buNone/>
              <a:defRPr sz="2867"/>
            </a:lvl6pPr>
            <a:lvl7pPr marL="8778679" indent="0">
              <a:buNone/>
              <a:defRPr sz="2867"/>
            </a:lvl7pPr>
            <a:lvl8pPr marL="10241792" indent="0">
              <a:buNone/>
              <a:defRPr sz="2867"/>
            </a:lvl8pPr>
            <a:lvl9pPr marL="11704905" indent="0">
              <a:buNone/>
              <a:defRPr sz="2867"/>
            </a:lvl9pPr>
          </a:lstStyle>
          <a:p>
            <a:pPr lvl="0"/>
            <a:r>
              <a:rPr lang="en-US"/>
              <a:t>Edit Master text styles</a:t>
            </a:r>
          </a:p>
        </p:txBody>
      </p:sp>
      <p:sp>
        <p:nvSpPr>
          <p:cNvPr id="5" name="Date Placeholder 3"/>
          <p:cNvSpPr>
            <a:spLocks noGrp="1"/>
          </p:cNvSpPr>
          <p:nvPr>
            <p:ph type="dt" sz="half" idx="10"/>
          </p:nvPr>
        </p:nvSpPr>
        <p:spPr>
          <a:xfrm>
            <a:off x="1645444" y="20340109"/>
            <a:ext cx="7681913" cy="1168400"/>
          </a:xfrm>
          <a:prstGeom prst="rect">
            <a:avLst/>
          </a:prstGeom>
        </p:spPr>
        <p:txBody>
          <a:bodyPr/>
          <a:lstStyle>
            <a:lvl1pPr>
              <a:defRPr smtClean="0"/>
            </a:lvl1pPr>
          </a:lstStyle>
          <a:p>
            <a:pPr>
              <a:defRPr/>
            </a:pPr>
            <a:fld id="{FE30288A-D7A5-0941-93D1-D21B196E9A39}" type="datetime1">
              <a:rPr lang="en-US"/>
              <a:pPr>
                <a:defRPr/>
              </a:pPr>
              <a:t>3/24/25</a:t>
            </a:fld>
            <a:endParaRPr lang="en-US"/>
          </a:p>
        </p:txBody>
      </p:sp>
      <p:sp>
        <p:nvSpPr>
          <p:cNvPr id="6" name="Footer Placeholder 4"/>
          <p:cNvSpPr>
            <a:spLocks noGrp="1"/>
          </p:cNvSpPr>
          <p:nvPr>
            <p:ph type="ftr" sz="quarter" idx="11"/>
          </p:nvPr>
        </p:nvSpPr>
        <p:spPr>
          <a:xfrm>
            <a:off x="11246644" y="20340109"/>
            <a:ext cx="10425113" cy="1168400"/>
          </a:xfrm>
          <a:prstGeom prst="rect">
            <a:avLst/>
          </a:prstGeom>
        </p:spPr>
        <p:txBody>
          <a:bodyPr/>
          <a:lstStyle>
            <a:lvl1pPr>
              <a:defRPr smtClean="0"/>
            </a:lvl1pPr>
          </a:lstStyle>
          <a:p>
            <a:pPr>
              <a:defRPr/>
            </a:pPr>
            <a:endParaRPr lang="en-US"/>
          </a:p>
        </p:txBody>
      </p:sp>
      <p:sp>
        <p:nvSpPr>
          <p:cNvPr id="7" name="Slide Number Placeholder 5"/>
          <p:cNvSpPr>
            <a:spLocks noGrp="1"/>
          </p:cNvSpPr>
          <p:nvPr>
            <p:ph type="sldNum" sz="quarter" idx="12"/>
          </p:nvPr>
        </p:nvSpPr>
        <p:spPr>
          <a:xfrm>
            <a:off x="23591044" y="20340109"/>
            <a:ext cx="7681913" cy="1168400"/>
          </a:xfrm>
          <a:prstGeom prst="rect">
            <a:avLst/>
          </a:prstGeom>
        </p:spPr>
        <p:txBody>
          <a:bodyPr/>
          <a:lstStyle>
            <a:lvl1pPr>
              <a:defRPr smtClean="0"/>
            </a:lvl1pPr>
          </a:lstStyle>
          <a:p>
            <a:pPr>
              <a:defRPr/>
            </a:pPr>
            <a:fld id="{FC608315-0CFA-A846-8E58-42DE526B4491}" type="slidenum">
              <a:rPr lang="en-US"/>
              <a:pPr>
                <a:defRPr/>
              </a:pPr>
              <a:t>‹#›</a:t>
            </a:fld>
            <a:endParaRPr lang="en-US"/>
          </a:p>
        </p:txBody>
      </p:sp>
    </p:spTree>
    <p:extLst>
      <p:ext uri="{BB962C8B-B14F-4D97-AF65-F5344CB8AC3E}">
        <p14:creationId xmlns:p14="http://schemas.microsoft.com/office/powerpoint/2010/main" val="241567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45444" y="878417"/>
            <a:ext cx="29627513" cy="36576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45444" y="5120217"/>
            <a:ext cx="29627513" cy="14483292"/>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45444" y="20340109"/>
            <a:ext cx="7681913" cy="1168400"/>
          </a:xfrm>
          <a:prstGeom prst="rect">
            <a:avLst/>
          </a:prstGeom>
        </p:spPr>
        <p:txBody>
          <a:bodyPr/>
          <a:lstStyle>
            <a:lvl1pPr>
              <a:defRPr smtClean="0"/>
            </a:lvl1pPr>
          </a:lstStyle>
          <a:p>
            <a:pPr>
              <a:defRPr/>
            </a:pPr>
            <a:fld id="{90E7CA6F-884E-634E-A75A-572F483F8848}" type="datetime1">
              <a:rPr lang="en-US"/>
              <a:pPr>
                <a:defRPr/>
              </a:pPr>
              <a:t>3/24/25</a:t>
            </a:fld>
            <a:endParaRPr lang="en-US"/>
          </a:p>
        </p:txBody>
      </p:sp>
      <p:sp>
        <p:nvSpPr>
          <p:cNvPr id="5" name="Footer Placeholder 4"/>
          <p:cNvSpPr>
            <a:spLocks noGrp="1"/>
          </p:cNvSpPr>
          <p:nvPr>
            <p:ph type="ftr" sz="quarter" idx="11"/>
          </p:nvPr>
        </p:nvSpPr>
        <p:spPr>
          <a:xfrm>
            <a:off x="11246644" y="20340109"/>
            <a:ext cx="10425113" cy="1168400"/>
          </a:xfrm>
          <a:prstGeom prst="rect">
            <a:avLst/>
          </a:prstGeom>
        </p:spPr>
        <p:txBody>
          <a:bodyPr/>
          <a:lstStyle>
            <a:lvl1pPr>
              <a:defRPr smtClean="0"/>
            </a:lvl1pPr>
          </a:lstStyle>
          <a:p>
            <a:pPr>
              <a:defRPr/>
            </a:pPr>
            <a:endParaRPr lang="en-US"/>
          </a:p>
        </p:txBody>
      </p:sp>
      <p:sp>
        <p:nvSpPr>
          <p:cNvPr id="6" name="Slide Number Placeholder 5"/>
          <p:cNvSpPr>
            <a:spLocks noGrp="1"/>
          </p:cNvSpPr>
          <p:nvPr>
            <p:ph type="sldNum" sz="quarter" idx="12"/>
          </p:nvPr>
        </p:nvSpPr>
        <p:spPr>
          <a:xfrm>
            <a:off x="23591044" y="20340109"/>
            <a:ext cx="7681913" cy="1168400"/>
          </a:xfrm>
          <a:prstGeom prst="rect">
            <a:avLst/>
          </a:prstGeom>
        </p:spPr>
        <p:txBody>
          <a:bodyPr/>
          <a:lstStyle>
            <a:lvl1pPr>
              <a:defRPr smtClean="0"/>
            </a:lvl1pPr>
          </a:lstStyle>
          <a:p>
            <a:pPr>
              <a:defRPr/>
            </a:pPr>
            <a:fld id="{8C23B04B-B7F2-FF4D-8077-EF3B1F9C6BAE}" type="slidenum">
              <a:rPr lang="en-US"/>
              <a:pPr>
                <a:defRPr/>
              </a:pPr>
              <a:t>‹#›</a:t>
            </a:fld>
            <a:endParaRPr lang="en-US"/>
          </a:p>
        </p:txBody>
      </p:sp>
    </p:spTree>
    <p:extLst>
      <p:ext uri="{BB962C8B-B14F-4D97-AF65-F5344CB8AC3E}">
        <p14:creationId xmlns:p14="http://schemas.microsoft.com/office/powerpoint/2010/main" val="4088113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4557179" y="4216400"/>
            <a:ext cx="35553014" cy="89880441"/>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7898132" y="4216400"/>
            <a:ext cx="106110407" cy="89880441"/>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45444" y="20340109"/>
            <a:ext cx="7681913" cy="1168400"/>
          </a:xfrm>
          <a:prstGeom prst="rect">
            <a:avLst/>
          </a:prstGeom>
        </p:spPr>
        <p:txBody>
          <a:bodyPr/>
          <a:lstStyle>
            <a:lvl1pPr>
              <a:defRPr smtClean="0"/>
            </a:lvl1pPr>
          </a:lstStyle>
          <a:p>
            <a:pPr>
              <a:defRPr/>
            </a:pPr>
            <a:fld id="{1B9D8FB5-0612-A746-80CF-DDCC9E0BE654}" type="datetime1">
              <a:rPr lang="en-US"/>
              <a:pPr>
                <a:defRPr/>
              </a:pPr>
              <a:t>3/24/25</a:t>
            </a:fld>
            <a:endParaRPr lang="en-US"/>
          </a:p>
        </p:txBody>
      </p:sp>
      <p:sp>
        <p:nvSpPr>
          <p:cNvPr id="5" name="Footer Placeholder 4"/>
          <p:cNvSpPr>
            <a:spLocks noGrp="1"/>
          </p:cNvSpPr>
          <p:nvPr>
            <p:ph type="ftr" sz="quarter" idx="11"/>
          </p:nvPr>
        </p:nvSpPr>
        <p:spPr>
          <a:xfrm>
            <a:off x="11246644" y="20340109"/>
            <a:ext cx="10425113" cy="1168400"/>
          </a:xfrm>
          <a:prstGeom prst="rect">
            <a:avLst/>
          </a:prstGeom>
        </p:spPr>
        <p:txBody>
          <a:bodyPr/>
          <a:lstStyle>
            <a:lvl1pPr>
              <a:defRPr smtClean="0"/>
            </a:lvl1pPr>
          </a:lstStyle>
          <a:p>
            <a:pPr>
              <a:defRPr/>
            </a:pPr>
            <a:endParaRPr lang="en-US"/>
          </a:p>
        </p:txBody>
      </p:sp>
      <p:sp>
        <p:nvSpPr>
          <p:cNvPr id="6" name="Slide Number Placeholder 5"/>
          <p:cNvSpPr>
            <a:spLocks noGrp="1"/>
          </p:cNvSpPr>
          <p:nvPr>
            <p:ph type="sldNum" sz="quarter" idx="12"/>
          </p:nvPr>
        </p:nvSpPr>
        <p:spPr>
          <a:xfrm>
            <a:off x="23591044" y="20340109"/>
            <a:ext cx="7681913" cy="1168400"/>
          </a:xfrm>
          <a:prstGeom prst="rect">
            <a:avLst/>
          </a:prstGeom>
        </p:spPr>
        <p:txBody>
          <a:bodyPr/>
          <a:lstStyle>
            <a:lvl1pPr>
              <a:defRPr smtClean="0"/>
            </a:lvl1pPr>
          </a:lstStyle>
          <a:p>
            <a:pPr>
              <a:defRPr/>
            </a:pPr>
            <a:fld id="{97C0733A-467B-FA4F-A4AA-CB0DB15665B4}" type="slidenum">
              <a:rPr lang="en-US"/>
              <a:pPr>
                <a:defRPr/>
              </a:pPr>
              <a:t>‹#›</a:t>
            </a:fld>
            <a:endParaRPr lang="en-US"/>
          </a:p>
        </p:txBody>
      </p:sp>
    </p:spTree>
    <p:extLst>
      <p:ext uri="{BB962C8B-B14F-4D97-AF65-F5344CB8AC3E}">
        <p14:creationId xmlns:p14="http://schemas.microsoft.com/office/powerpoint/2010/main" val="2257549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ctr" defTabSz="1462690" rtl="0" eaLnBrk="1" fontAlgn="base" hangingPunct="1">
        <a:spcBef>
          <a:spcPct val="0"/>
        </a:spcBef>
        <a:spcAft>
          <a:spcPct val="0"/>
        </a:spcAft>
        <a:defRPr sz="14067" kern="1200">
          <a:solidFill>
            <a:schemeClr val="tx1"/>
          </a:solidFill>
          <a:latin typeface="+mj-lt"/>
          <a:ea typeface="ＭＳ Ｐゴシック" pitchFamily="-108" charset="-128"/>
          <a:cs typeface="ＭＳ Ｐゴシック" pitchFamily="-108" charset="-128"/>
        </a:defRPr>
      </a:lvl1pPr>
      <a:lvl2pPr algn="ctr" defTabSz="1462690" rtl="0" eaLnBrk="1" fontAlgn="base" hangingPunct="1">
        <a:spcBef>
          <a:spcPct val="0"/>
        </a:spcBef>
        <a:spcAft>
          <a:spcPct val="0"/>
        </a:spcAft>
        <a:defRPr sz="14067">
          <a:solidFill>
            <a:schemeClr val="tx1"/>
          </a:solidFill>
          <a:latin typeface="Arial" pitchFamily="-108" charset="0"/>
          <a:ea typeface="ＭＳ Ｐゴシック" pitchFamily="-108" charset="-128"/>
          <a:cs typeface="ＭＳ Ｐゴシック" pitchFamily="-108" charset="-128"/>
        </a:defRPr>
      </a:lvl2pPr>
      <a:lvl3pPr algn="ctr" defTabSz="1462690" rtl="0" eaLnBrk="1" fontAlgn="base" hangingPunct="1">
        <a:spcBef>
          <a:spcPct val="0"/>
        </a:spcBef>
        <a:spcAft>
          <a:spcPct val="0"/>
        </a:spcAft>
        <a:defRPr sz="14067">
          <a:solidFill>
            <a:schemeClr val="tx1"/>
          </a:solidFill>
          <a:latin typeface="Arial" pitchFamily="-108" charset="0"/>
          <a:ea typeface="ＭＳ Ｐゴシック" pitchFamily="-108" charset="-128"/>
          <a:cs typeface="ＭＳ Ｐゴシック" pitchFamily="-108" charset="-128"/>
        </a:defRPr>
      </a:lvl3pPr>
      <a:lvl4pPr algn="ctr" defTabSz="1462690" rtl="0" eaLnBrk="1" fontAlgn="base" hangingPunct="1">
        <a:spcBef>
          <a:spcPct val="0"/>
        </a:spcBef>
        <a:spcAft>
          <a:spcPct val="0"/>
        </a:spcAft>
        <a:defRPr sz="14067">
          <a:solidFill>
            <a:schemeClr val="tx1"/>
          </a:solidFill>
          <a:latin typeface="Arial" pitchFamily="-108" charset="0"/>
          <a:ea typeface="ＭＳ Ｐゴシック" pitchFamily="-108" charset="-128"/>
          <a:cs typeface="ＭＳ Ｐゴシック" pitchFamily="-108" charset="-128"/>
        </a:defRPr>
      </a:lvl4pPr>
      <a:lvl5pPr algn="ctr" defTabSz="1462690" rtl="0" eaLnBrk="1" fontAlgn="base" hangingPunct="1">
        <a:spcBef>
          <a:spcPct val="0"/>
        </a:spcBef>
        <a:spcAft>
          <a:spcPct val="0"/>
        </a:spcAft>
        <a:defRPr sz="14067">
          <a:solidFill>
            <a:schemeClr val="tx1"/>
          </a:solidFill>
          <a:latin typeface="Arial" pitchFamily="-108" charset="0"/>
          <a:ea typeface="ＭＳ Ｐゴシック" pitchFamily="-108" charset="-128"/>
          <a:cs typeface="ＭＳ Ｐゴシック" pitchFamily="-108" charset="-128"/>
        </a:defRPr>
      </a:lvl5pPr>
      <a:lvl6pPr marL="304815" algn="ctr" defTabSz="1462690" rtl="0" eaLnBrk="1" fontAlgn="base" hangingPunct="1">
        <a:spcBef>
          <a:spcPct val="0"/>
        </a:spcBef>
        <a:spcAft>
          <a:spcPct val="0"/>
        </a:spcAft>
        <a:defRPr sz="14067">
          <a:solidFill>
            <a:schemeClr val="tx1"/>
          </a:solidFill>
          <a:latin typeface="Arial" pitchFamily="-108" charset="0"/>
          <a:ea typeface="ＭＳ Ｐゴシック" pitchFamily="-108" charset="-128"/>
          <a:cs typeface="ＭＳ Ｐゴシック" pitchFamily="-108" charset="-128"/>
        </a:defRPr>
      </a:lvl6pPr>
      <a:lvl7pPr marL="609630" algn="ctr" defTabSz="1462690" rtl="0" eaLnBrk="1" fontAlgn="base" hangingPunct="1">
        <a:spcBef>
          <a:spcPct val="0"/>
        </a:spcBef>
        <a:spcAft>
          <a:spcPct val="0"/>
        </a:spcAft>
        <a:defRPr sz="14067">
          <a:solidFill>
            <a:schemeClr val="tx1"/>
          </a:solidFill>
          <a:latin typeface="Arial" pitchFamily="-108" charset="0"/>
          <a:ea typeface="ＭＳ Ｐゴシック" pitchFamily="-108" charset="-128"/>
          <a:cs typeface="ＭＳ Ｐゴシック" pitchFamily="-108" charset="-128"/>
        </a:defRPr>
      </a:lvl7pPr>
      <a:lvl8pPr marL="914446" algn="ctr" defTabSz="1462690" rtl="0" eaLnBrk="1" fontAlgn="base" hangingPunct="1">
        <a:spcBef>
          <a:spcPct val="0"/>
        </a:spcBef>
        <a:spcAft>
          <a:spcPct val="0"/>
        </a:spcAft>
        <a:defRPr sz="14067">
          <a:solidFill>
            <a:schemeClr val="tx1"/>
          </a:solidFill>
          <a:latin typeface="Arial" pitchFamily="-108" charset="0"/>
          <a:ea typeface="ＭＳ Ｐゴシック" pitchFamily="-108" charset="-128"/>
          <a:cs typeface="ＭＳ Ｐゴシック" pitchFamily="-108" charset="-128"/>
        </a:defRPr>
      </a:lvl8pPr>
      <a:lvl9pPr marL="1219261" algn="ctr" defTabSz="1462690" rtl="0" eaLnBrk="1" fontAlgn="base" hangingPunct="1">
        <a:spcBef>
          <a:spcPct val="0"/>
        </a:spcBef>
        <a:spcAft>
          <a:spcPct val="0"/>
        </a:spcAft>
        <a:defRPr sz="14067">
          <a:solidFill>
            <a:schemeClr val="tx1"/>
          </a:solidFill>
          <a:latin typeface="Arial" pitchFamily="-108" charset="0"/>
          <a:ea typeface="ＭＳ Ｐゴシック" pitchFamily="-108" charset="-128"/>
          <a:cs typeface="ＭＳ Ｐゴシック" pitchFamily="-108" charset="-128"/>
        </a:defRPr>
      </a:lvl9pPr>
    </p:titleStyle>
    <p:bodyStyle>
      <a:lvl1pPr marL="1096488" indent="-1096488" algn="l" defTabSz="1462690" rtl="0" eaLnBrk="1" fontAlgn="base" hangingPunct="1">
        <a:spcBef>
          <a:spcPct val="20000"/>
        </a:spcBef>
        <a:spcAft>
          <a:spcPct val="0"/>
        </a:spcAft>
        <a:buFont typeface="Arial" charset="0"/>
        <a:buChar char="•"/>
        <a:defRPr sz="10267" kern="1200">
          <a:solidFill>
            <a:schemeClr val="tx1"/>
          </a:solidFill>
          <a:latin typeface="+mn-lt"/>
          <a:ea typeface="ＭＳ Ｐゴシック" pitchFamily="-108" charset="-128"/>
          <a:cs typeface="ＭＳ Ｐゴシック" pitchFamily="-108" charset="-128"/>
        </a:defRPr>
      </a:lvl1pPr>
      <a:lvl2pPr marL="2377136" indent="-914446" algn="l" defTabSz="1462690" rtl="0" eaLnBrk="1" fontAlgn="base" hangingPunct="1">
        <a:spcBef>
          <a:spcPct val="20000"/>
        </a:spcBef>
        <a:spcAft>
          <a:spcPct val="0"/>
        </a:spcAft>
        <a:buFont typeface="Arial" charset="0"/>
        <a:buChar char="–"/>
        <a:defRPr sz="8934" kern="1200">
          <a:solidFill>
            <a:schemeClr val="tx1"/>
          </a:solidFill>
          <a:latin typeface="+mn-lt"/>
          <a:ea typeface="ＭＳ Ｐゴシック" pitchFamily="-108" charset="-128"/>
          <a:cs typeface="+mn-cs"/>
        </a:defRPr>
      </a:lvl2pPr>
      <a:lvl3pPr marL="3657783" indent="-731345" algn="l" defTabSz="1462690" rtl="0" eaLnBrk="1" fontAlgn="base" hangingPunct="1">
        <a:spcBef>
          <a:spcPct val="20000"/>
        </a:spcBef>
        <a:spcAft>
          <a:spcPct val="0"/>
        </a:spcAft>
        <a:buFont typeface="Arial" charset="0"/>
        <a:buChar char="•"/>
        <a:defRPr sz="7667" kern="1200">
          <a:solidFill>
            <a:schemeClr val="tx1"/>
          </a:solidFill>
          <a:latin typeface="+mn-lt"/>
          <a:ea typeface="ＭＳ Ｐゴシック" pitchFamily="-108" charset="-128"/>
          <a:cs typeface="+mn-cs"/>
        </a:defRPr>
      </a:lvl3pPr>
      <a:lvl4pPr marL="5120473" indent="-731345" algn="l" defTabSz="1462690" rtl="0" eaLnBrk="1" fontAlgn="base" hangingPunct="1">
        <a:spcBef>
          <a:spcPct val="20000"/>
        </a:spcBef>
        <a:spcAft>
          <a:spcPct val="0"/>
        </a:spcAft>
        <a:buFont typeface="Arial" charset="0"/>
        <a:buChar char="–"/>
        <a:defRPr sz="6400" kern="1200">
          <a:solidFill>
            <a:schemeClr val="tx1"/>
          </a:solidFill>
          <a:latin typeface="+mn-lt"/>
          <a:ea typeface="ＭＳ Ｐゴシック" pitchFamily="-108" charset="-128"/>
          <a:cs typeface="+mn-cs"/>
        </a:defRPr>
      </a:lvl4pPr>
      <a:lvl5pPr marL="6583162" indent="-731345" algn="l" defTabSz="1462690" rtl="0" eaLnBrk="1" fontAlgn="base" hangingPunct="1">
        <a:spcBef>
          <a:spcPct val="20000"/>
        </a:spcBef>
        <a:spcAft>
          <a:spcPct val="0"/>
        </a:spcAft>
        <a:buFont typeface="Arial" charset="0"/>
        <a:buChar char="»"/>
        <a:defRPr sz="6400" kern="1200">
          <a:solidFill>
            <a:schemeClr val="tx1"/>
          </a:solidFill>
          <a:latin typeface="+mn-lt"/>
          <a:ea typeface="ＭＳ Ｐゴシック" pitchFamily="-108" charset="-128"/>
          <a:cs typeface="+mn-cs"/>
        </a:defRPr>
      </a:lvl5pPr>
      <a:lvl6pPr marL="8047122" indent="-731557" algn="l" defTabSz="1463113" rtl="0" eaLnBrk="1" latinLnBrk="0" hangingPunct="1">
        <a:spcBef>
          <a:spcPct val="20000"/>
        </a:spcBef>
        <a:buFont typeface="Arial"/>
        <a:buChar char="•"/>
        <a:defRPr sz="6400" kern="1200">
          <a:solidFill>
            <a:schemeClr val="tx1"/>
          </a:solidFill>
          <a:latin typeface="+mn-lt"/>
          <a:ea typeface="+mn-ea"/>
          <a:cs typeface="+mn-cs"/>
        </a:defRPr>
      </a:lvl6pPr>
      <a:lvl7pPr marL="9510235" indent="-731557" algn="l" defTabSz="1463113" rtl="0" eaLnBrk="1" latinLnBrk="0" hangingPunct="1">
        <a:spcBef>
          <a:spcPct val="20000"/>
        </a:spcBef>
        <a:buFont typeface="Arial"/>
        <a:buChar char="•"/>
        <a:defRPr sz="6400" kern="1200">
          <a:solidFill>
            <a:schemeClr val="tx1"/>
          </a:solidFill>
          <a:latin typeface="+mn-lt"/>
          <a:ea typeface="+mn-ea"/>
          <a:cs typeface="+mn-cs"/>
        </a:defRPr>
      </a:lvl7pPr>
      <a:lvl8pPr marL="10973349" indent="-731557" algn="l" defTabSz="1463113" rtl="0" eaLnBrk="1" latinLnBrk="0" hangingPunct="1">
        <a:spcBef>
          <a:spcPct val="20000"/>
        </a:spcBef>
        <a:buFont typeface="Arial"/>
        <a:buChar char="•"/>
        <a:defRPr sz="6400" kern="1200">
          <a:solidFill>
            <a:schemeClr val="tx1"/>
          </a:solidFill>
          <a:latin typeface="+mn-lt"/>
          <a:ea typeface="+mn-ea"/>
          <a:cs typeface="+mn-cs"/>
        </a:defRPr>
      </a:lvl8pPr>
      <a:lvl9pPr marL="12436462" indent="-731557" algn="l" defTabSz="1463113" rtl="0" eaLnBrk="1" latinLnBrk="0" hangingPunct="1">
        <a:spcBef>
          <a:spcPct val="20000"/>
        </a:spcBef>
        <a:buFont typeface="Arial"/>
        <a:buChar char="•"/>
        <a:defRPr sz="6400" kern="1200">
          <a:solidFill>
            <a:schemeClr val="tx1"/>
          </a:solidFill>
          <a:latin typeface="+mn-lt"/>
          <a:ea typeface="+mn-ea"/>
          <a:cs typeface="+mn-cs"/>
        </a:defRPr>
      </a:lvl9pPr>
    </p:bodyStyle>
    <p:otherStyle>
      <a:defPPr>
        <a:defRPr lang="en-US"/>
      </a:defPPr>
      <a:lvl1pPr marL="0" algn="l" defTabSz="1463113" rtl="0" eaLnBrk="1" latinLnBrk="0" hangingPunct="1">
        <a:defRPr sz="5734" kern="1200">
          <a:solidFill>
            <a:schemeClr val="tx1"/>
          </a:solidFill>
          <a:latin typeface="+mn-lt"/>
          <a:ea typeface="+mn-ea"/>
          <a:cs typeface="+mn-cs"/>
        </a:defRPr>
      </a:lvl1pPr>
      <a:lvl2pPr marL="1463113" algn="l" defTabSz="1463113" rtl="0" eaLnBrk="1" latinLnBrk="0" hangingPunct="1">
        <a:defRPr sz="5734" kern="1200">
          <a:solidFill>
            <a:schemeClr val="tx1"/>
          </a:solidFill>
          <a:latin typeface="+mn-lt"/>
          <a:ea typeface="+mn-ea"/>
          <a:cs typeface="+mn-cs"/>
        </a:defRPr>
      </a:lvl2pPr>
      <a:lvl3pPr marL="2926226" algn="l" defTabSz="1463113" rtl="0" eaLnBrk="1" latinLnBrk="0" hangingPunct="1">
        <a:defRPr sz="5734" kern="1200">
          <a:solidFill>
            <a:schemeClr val="tx1"/>
          </a:solidFill>
          <a:latin typeface="+mn-lt"/>
          <a:ea typeface="+mn-ea"/>
          <a:cs typeface="+mn-cs"/>
        </a:defRPr>
      </a:lvl3pPr>
      <a:lvl4pPr marL="4389339" algn="l" defTabSz="1463113" rtl="0" eaLnBrk="1" latinLnBrk="0" hangingPunct="1">
        <a:defRPr sz="5734" kern="1200">
          <a:solidFill>
            <a:schemeClr val="tx1"/>
          </a:solidFill>
          <a:latin typeface="+mn-lt"/>
          <a:ea typeface="+mn-ea"/>
          <a:cs typeface="+mn-cs"/>
        </a:defRPr>
      </a:lvl4pPr>
      <a:lvl5pPr marL="5852453" algn="l" defTabSz="1463113" rtl="0" eaLnBrk="1" latinLnBrk="0" hangingPunct="1">
        <a:defRPr sz="5734" kern="1200">
          <a:solidFill>
            <a:schemeClr val="tx1"/>
          </a:solidFill>
          <a:latin typeface="+mn-lt"/>
          <a:ea typeface="+mn-ea"/>
          <a:cs typeface="+mn-cs"/>
        </a:defRPr>
      </a:lvl5pPr>
      <a:lvl6pPr marL="7315566" algn="l" defTabSz="1463113" rtl="0" eaLnBrk="1" latinLnBrk="0" hangingPunct="1">
        <a:defRPr sz="5734" kern="1200">
          <a:solidFill>
            <a:schemeClr val="tx1"/>
          </a:solidFill>
          <a:latin typeface="+mn-lt"/>
          <a:ea typeface="+mn-ea"/>
          <a:cs typeface="+mn-cs"/>
        </a:defRPr>
      </a:lvl6pPr>
      <a:lvl7pPr marL="8778679" algn="l" defTabSz="1463113" rtl="0" eaLnBrk="1" latinLnBrk="0" hangingPunct="1">
        <a:defRPr sz="5734" kern="1200">
          <a:solidFill>
            <a:schemeClr val="tx1"/>
          </a:solidFill>
          <a:latin typeface="+mn-lt"/>
          <a:ea typeface="+mn-ea"/>
          <a:cs typeface="+mn-cs"/>
        </a:defRPr>
      </a:lvl7pPr>
      <a:lvl8pPr marL="10241792" algn="l" defTabSz="1463113" rtl="0" eaLnBrk="1" latinLnBrk="0" hangingPunct="1">
        <a:defRPr sz="5734" kern="1200">
          <a:solidFill>
            <a:schemeClr val="tx1"/>
          </a:solidFill>
          <a:latin typeface="+mn-lt"/>
          <a:ea typeface="+mn-ea"/>
          <a:cs typeface="+mn-cs"/>
        </a:defRPr>
      </a:lvl8pPr>
      <a:lvl9pPr marL="11704905" algn="l" defTabSz="1463113" rtl="0" eaLnBrk="1" latinLnBrk="0" hangingPunct="1">
        <a:defRPr sz="573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5"/>
          <p:cNvSpPr>
            <a:spLocks noChangeArrowheads="1"/>
          </p:cNvSpPr>
          <p:nvPr/>
        </p:nvSpPr>
        <p:spPr bwMode="auto">
          <a:xfrm>
            <a:off x="857250" y="1442509"/>
            <a:ext cx="22764750" cy="8618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0829" tIns="30409" rIns="60829" bIns="30409" anchor="t">
            <a:spAutoFit/>
          </a:bodyPr>
          <a:lstStyle/>
          <a:p>
            <a:pPr>
              <a:spcBef>
                <a:spcPct val="50000"/>
              </a:spcBef>
            </a:pPr>
            <a:r>
              <a:rPr lang="en-US" sz="3300" b="1">
                <a:solidFill>
                  <a:srgbClr val="0C2340"/>
                </a:solidFill>
                <a:latin typeface="Georgia"/>
                <a:ea typeface="ＭＳ Ｐゴシック"/>
                <a:cs typeface="Georgia" charset="0"/>
              </a:rPr>
              <a:t>Andrea Garza, Mariana Resendez, Teresa Garza, Perla Lopez, Dr. Askar </a:t>
            </a:r>
            <a:r>
              <a:rPr lang="en-US" sz="3300" b="1" err="1">
                <a:solidFill>
                  <a:srgbClr val="0C2340"/>
                </a:solidFill>
                <a:latin typeface="Georgia"/>
                <a:ea typeface="ＭＳ Ｐゴシック"/>
                <a:cs typeface="Georgia" charset="0"/>
              </a:rPr>
              <a:t>Nurbekov</a:t>
            </a:r>
            <a:br>
              <a:rPr lang="en-US" sz="3200" b="1">
                <a:latin typeface="Georgia" charset="0"/>
                <a:cs typeface="Georgia" charset="0"/>
              </a:rPr>
            </a:br>
            <a:r>
              <a:rPr lang="en-US" sz="1850" b="1">
                <a:solidFill>
                  <a:srgbClr val="0C2340"/>
                </a:solidFill>
                <a:latin typeface="Georgia"/>
                <a:ea typeface="ＭＳ Ｐゴシック"/>
                <a:cs typeface="Georgia" charset="0"/>
              </a:rPr>
              <a:t>Department of Computer Science, College of Engineering and Computer Science</a:t>
            </a:r>
          </a:p>
        </p:txBody>
      </p:sp>
      <p:sp>
        <p:nvSpPr>
          <p:cNvPr id="14338" name="TextBox 91"/>
          <p:cNvSpPr txBox="1">
            <a:spLocks noChangeArrowheads="1"/>
          </p:cNvSpPr>
          <p:nvPr/>
        </p:nvSpPr>
        <p:spPr bwMode="auto">
          <a:xfrm>
            <a:off x="857250" y="406400"/>
            <a:ext cx="22764750" cy="9952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anchor="t">
            <a:spAutoFit/>
          </a:bodyPr>
          <a:lstStyle>
            <a:lvl1pPr eaLnBrk="0" hangingPunct="0">
              <a:defRPr sz="8600">
                <a:solidFill>
                  <a:schemeClr val="tx1"/>
                </a:solidFill>
                <a:latin typeface="Arial" charset="0"/>
                <a:ea typeface="ＭＳ Ｐゴシック" charset="0"/>
                <a:cs typeface="ＭＳ Ｐゴシック" charset="0"/>
              </a:defRPr>
            </a:lvl1pPr>
            <a:lvl2pPr marL="742950" indent="-285750" eaLnBrk="0" hangingPunct="0">
              <a:defRPr sz="8600">
                <a:solidFill>
                  <a:schemeClr val="tx1"/>
                </a:solidFill>
                <a:latin typeface="Arial" charset="0"/>
                <a:ea typeface="ＭＳ Ｐゴシック" charset="0"/>
              </a:defRPr>
            </a:lvl2pPr>
            <a:lvl3pPr marL="1143000" indent="-228600" eaLnBrk="0" hangingPunct="0">
              <a:defRPr sz="8600">
                <a:solidFill>
                  <a:schemeClr val="tx1"/>
                </a:solidFill>
                <a:latin typeface="Arial" charset="0"/>
                <a:ea typeface="ＭＳ Ｐゴシック" charset="0"/>
              </a:defRPr>
            </a:lvl3pPr>
            <a:lvl4pPr marL="1600200" indent="-228600" eaLnBrk="0" hangingPunct="0">
              <a:defRPr sz="8600">
                <a:solidFill>
                  <a:schemeClr val="tx1"/>
                </a:solidFill>
                <a:latin typeface="Arial" charset="0"/>
                <a:ea typeface="ＭＳ Ｐゴシック" charset="0"/>
              </a:defRPr>
            </a:lvl4pPr>
            <a:lvl5pPr marL="2057400" indent="-228600" eaLnBrk="0" hangingPunct="0">
              <a:defRPr sz="8600">
                <a:solidFill>
                  <a:schemeClr val="tx1"/>
                </a:solidFill>
                <a:latin typeface="Arial" charset="0"/>
                <a:ea typeface="ＭＳ Ｐゴシック" charset="0"/>
              </a:defRPr>
            </a:lvl5pPr>
            <a:lvl6pPr marL="2514600" indent="-228600" defTabSz="2193925" eaLnBrk="0" fontAlgn="base" hangingPunct="0">
              <a:spcBef>
                <a:spcPct val="0"/>
              </a:spcBef>
              <a:spcAft>
                <a:spcPct val="0"/>
              </a:spcAft>
              <a:defRPr sz="8600">
                <a:solidFill>
                  <a:schemeClr val="tx1"/>
                </a:solidFill>
                <a:latin typeface="Arial" charset="0"/>
                <a:ea typeface="ＭＳ Ｐゴシック" charset="0"/>
              </a:defRPr>
            </a:lvl6pPr>
            <a:lvl7pPr marL="2971800" indent="-228600" defTabSz="2193925" eaLnBrk="0" fontAlgn="base" hangingPunct="0">
              <a:spcBef>
                <a:spcPct val="0"/>
              </a:spcBef>
              <a:spcAft>
                <a:spcPct val="0"/>
              </a:spcAft>
              <a:defRPr sz="8600">
                <a:solidFill>
                  <a:schemeClr val="tx1"/>
                </a:solidFill>
                <a:latin typeface="Arial" charset="0"/>
                <a:ea typeface="ＭＳ Ｐゴシック" charset="0"/>
              </a:defRPr>
            </a:lvl7pPr>
            <a:lvl8pPr marL="3429000" indent="-228600" defTabSz="2193925" eaLnBrk="0" fontAlgn="base" hangingPunct="0">
              <a:spcBef>
                <a:spcPct val="0"/>
              </a:spcBef>
              <a:spcAft>
                <a:spcPct val="0"/>
              </a:spcAft>
              <a:defRPr sz="8600">
                <a:solidFill>
                  <a:schemeClr val="tx1"/>
                </a:solidFill>
                <a:latin typeface="Arial" charset="0"/>
                <a:ea typeface="ＭＳ Ｐゴシック" charset="0"/>
              </a:defRPr>
            </a:lvl8pPr>
            <a:lvl9pPr marL="3886200" indent="-228600" defTabSz="2193925" eaLnBrk="0" fontAlgn="base" hangingPunct="0">
              <a:spcBef>
                <a:spcPct val="0"/>
              </a:spcBef>
              <a:spcAft>
                <a:spcPct val="0"/>
              </a:spcAft>
              <a:defRPr sz="8600">
                <a:solidFill>
                  <a:schemeClr val="tx1"/>
                </a:solidFill>
                <a:latin typeface="Arial" charset="0"/>
                <a:ea typeface="ＭＳ Ｐゴシック" charset="0"/>
              </a:defRPr>
            </a:lvl9pPr>
          </a:lstStyle>
          <a:p>
            <a:pPr eaLnBrk="1" hangingPunct="1"/>
            <a:r>
              <a:rPr lang="en-US" sz="5850" b="1" err="1">
                <a:solidFill>
                  <a:srgbClr val="6752DD"/>
                </a:solidFill>
                <a:latin typeface="Arial Rounded MT Bold"/>
                <a:ea typeface="ＭＳ Ｐゴシック"/>
              </a:rPr>
              <a:t>Vocora</a:t>
            </a:r>
            <a:r>
              <a:rPr lang="en-US" sz="5850" b="1">
                <a:solidFill>
                  <a:srgbClr val="6752DD"/>
                </a:solidFill>
                <a:latin typeface="Arial Rounded MT Bold"/>
                <a:ea typeface="ＭＳ Ｐゴシック"/>
              </a:rPr>
              <a:t>: Language Reinforcement with Stories</a:t>
            </a:r>
            <a:endParaRPr lang="en-US" altLang="ja-JP" sz="5850" b="1">
              <a:solidFill>
                <a:srgbClr val="6752DD"/>
              </a:solidFill>
              <a:latin typeface="Arial Rounded MT Bold"/>
            </a:endParaRPr>
          </a:p>
        </p:txBody>
      </p:sp>
      <p:grpSp>
        <p:nvGrpSpPr>
          <p:cNvPr id="2" name="Group 1">
            <a:extLst>
              <a:ext uri="{FF2B5EF4-FFF2-40B4-BE49-F238E27FC236}">
                <a16:creationId xmlns:a16="http://schemas.microsoft.com/office/drawing/2014/main" id="{B284BC69-0B40-49E7-82F9-AD8EC54E2441}"/>
              </a:ext>
            </a:extLst>
          </p:cNvPr>
          <p:cNvGrpSpPr/>
          <p:nvPr/>
        </p:nvGrpSpPr>
        <p:grpSpPr>
          <a:xfrm>
            <a:off x="126124" y="2472268"/>
            <a:ext cx="32918400" cy="19473332"/>
            <a:chOff x="1828800" y="2472268"/>
            <a:chExt cx="29260800" cy="19473332"/>
          </a:xfrm>
        </p:grpSpPr>
        <p:sp>
          <p:nvSpPr>
            <p:cNvPr id="4" name="Rectangle 3">
              <a:extLst>
                <a:ext uri="{FF2B5EF4-FFF2-40B4-BE49-F238E27FC236}">
                  <a16:creationId xmlns:a16="http://schemas.microsoft.com/office/drawing/2014/main" id="{3B019EAD-0D37-41E1-8EBA-BFF3A6464B1C}"/>
                </a:ext>
              </a:extLst>
            </p:cNvPr>
            <p:cNvSpPr/>
            <p:nvPr/>
          </p:nvSpPr>
          <p:spPr>
            <a:xfrm>
              <a:off x="1828800" y="2997201"/>
              <a:ext cx="29260800" cy="18948399"/>
            </a:xfrm>
            <a:prstGeom prst="rect">
              <a:avLst/>
            </a:prstGeom>
            <a:solidFill>
              <a:srgbClr val="6752DD"/>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4095"/>
            </a:p>
            <a:p>
              <a:pPr algn="ctr"/>
              <a:endParaRPr lang="en-US" sz="4050">
                <a:cs typeface="Arial"/>
              </a:endParaRPr>
            </a:p>
          </p:txBody>
        </p:sp>
        <p:sp>
          <p:nvSpPr>
            <p:cNvPr id="14340" name="Rectangle 33"/>
            <p:cNvSpPr>
              <a:spLocks noChangeArrowheads="1"/>
            </p:cNvSpPr>
            <p:nvPr/>
          </p:nvSpPr>
          <p:spPr bwMode="auto">
            <a:xfrm>
              <a:off x="2590800" y="13614400"/>
              <a:ext cx="6553200" cy="7670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40000" tIns="240000" rIns="240000" bIns="240000" anchor="t"/>
            <a:lstStyle/>
            <a:p>
              <a:pPr>
                <a:spcBef>
                  <a:spcPct val="50000"/>
                </a:spcBef>
              </a:pPr>
              <a:r>
                <a:rPr lang="en-GB" sz="2650" b="1" dirty="0">
                  <a:solidFill>
                    <a:srgbClr val="6A59C9"/>
                  </a:solidFill>
                  <a:latin typeface="Arial Rounded MT Bold"/>
                  <a:ea typeface="ＭＳ Ｐゴシック"/>
                </a:rPr>
                <a:t>GOALS</a:t>
              </a:r>
            </a:p>
            <a:p>
              <a:endParaRPr lang="en-US" sz="1900" dirty="0">
                <a:solidFill>
                  <a:srgbClr val="131F33"/>
                </a:solidFill>
                <a:latin typeface="Georgia"/>
                <a:cs typeface="Arial"/>
              </a:endParaRPr>
            </a:p>
            <a:p>
              <a:r>
                <a:rPr lang="en-US" sz="1900" dirty="0">
                  <a:solidFill>
                    <a:srgbClr val="000000"/>
                  </a:solidFill>
                  <a:latin typeface="Georgia"/>
                  <a:ea typeface="ＭＳ Ｐゴシック"/>
                  <a:cs typeface="Arial"/>
                </a:rPr>
                <a:t>This project aims to create a resource for language learners to improve comprehension through reading.</a:t>
              </a:r>
              <a:endParaRPr lang="en-US" sz="1900" dirty="0">
                <a:solidFill>
                  <a:srgbClr val="000000"/>
                </a:solidFill>
                <a:latin typeface="Georgia"/>
                <a:cs typeface="Arial"/>
              </a:endParaRPr>
            </a:p>
            <a:p>
              <a:endParaRPr lang="en-US" sz="1900" dirty="0">
                <a:solidFill>
                  <a:srgbClr val="000000"/>
                </a:solidFill>
                <a:latin typeface="Georgia"/>
                <a:ea typeface="ＭＳ Ｐゴシック"/>
                <a:cs typeface="Arial"/>
              </a:endParaRPr>
            </a:p>
            <a:p>
              <a:r>
                <a:rPr lang="en-US" sz="1900" b="1" dirty="0">
                  <a:solidFill>
                    <a:srgbClr val="000000"/>
                  </a:solidFill>
                  <a:latin typeface="Georgia"/>
                  <a:ea typeface="ＭＳ Ｐゴシック"/>
                  <a:cs typeface="Arial"/>
                </a:rPr>
                <a:t>     Enhance Language Learning</a:t>
              </a:r>
              <a:r>
                <a:rPr lang="en-US" sz="1900" dirty="0">
                  <a:solidFill>
                    <a:srgbClr val="000000"/>
                  </a:solidFill>
                  <a:latin typeface="Georgia"/>
                  <a:ea typeface="ＭＳ Ｐゴシック"/>
                  <a:cs typeface="Arial"/>
                </a:rPr>
                <a:t> – Reinforce 	vocabulary by generating stories using user-	picked words.</a:t>
              </a:r>
              <a:endParaRPr lang="en-US" sz="1900" dirty="0">
                <a:latin typeface="Georgia"/>
              </a:endParaRPr>
            </a:p>
            <a:p>
              <a:endParaRPr lang="en-US" sz="1900" dirty="0">
                <a:solidFill>
                  <a:srgbClr val="000000"/>
                </a:solidFill>
                <a:latin typeface="Georgia"/>
                <a:ea typeface="ＭＳ Ｐゴシック"/>
                <a:cs typeface="Arial"/>
              </a:endParaRPr>
            </a:p>
            <a:p>
              <a:r>
                <a:rPr lang="en-US" sz="1900" b="1" dirty="0">
                  <a:solidFill>
                    <a:srgbClr val="000000"/>
                  </a:solidFill>
                  <a:latin typeface="Georgia"/>
                  <a:ea typeface="ＭＳ Ｐゴシック"/>
                  <a:cs typeface="Arial"/>
                </a:rPr>
                <a:t>     Introduce New Words</a:t>
              </a:r>
              <a:r>
                <a:rPr lang="en-US" sz="1900" dirty="0">
                  <a:solidFill>
                    <a:srgbClr val="000000"/>
                  </a:solidFill>
                  <a:latin typeface="Georgia"/>
                  <a:ea typeface="ＭＳ Ｐゴシック"/>
                  <a:cs typeface="Arial"/>
                </a:rPr>
                <a:t> – Integrate unfamiliar      	words into stories and allow users to save them 	for later study.</a:t>
              </a:r>
              <a:endParaRPr lang="en-US" sz="1900" dirty="0">
                <a:latin typeface="Georgia"/>
              </a:endParaRPr>
            </a:p>
            <a:p>
              <a:endParaRPr lang="en-US" sz="1900" b="1" dirty="0">
                <a:solidFill>
                  <a:srgbClr val="000000"/>
                </a:solidFill>
                <a:latin typeface="Georgia"/>
                <a:ea typeface="ＭＳ Ｐゴシック"/>
                <a:cs typeface="Arial"/>
              </a:endParaRPr>
            </a:p>
            <a:p>
              <a:pPr>
                <a:buFont typeface="Arial"/>
              </a:pPr>
              <a:r>
                <a:rPr lang="en-US" sz="1900" b="1" dirty="0">
                  <a:solidFill>
                    <a:srgbClr val="000000"/>
                  </a:solidFill>
                  <a:latin typeface="Georgia"/>
                  <a:ea typeface="ＭＳ Ｐゴシック"/>
                  <a:cs typeface="Arial"/>
                </a:rPr>
                <a:t>     Personalized Learning</a:t>
              </a:r>
              <a:r>
                <a:rPr lang="en-US" sz="1900" dirty="0">
                  <a:solidFill>
                    <a:srgbClr val="000000"/>
                  </a:solidFill>
                  <a:latin typeface="Georgia"/>
                  <a:ea typeface="ＭＳ Ｐゴシック"/>
                  <a:cs typeface="Arial"/>
                </a:rPr>
                <a:t> – Adapt content to the      	user’s proficiency level for a customized learning      	experience.</a:t>
              </a:r>
              <a:endParaRPr lang="en-US" sz="1900" dirty="0">
                <a:latin typeface="Georgia"/>
              </a:endParaRPr>
            </a:p>
            <a:p>
              <a:endParaRPr lang="en-US" sz="1900" b="1" dirty="0">
                <a:solidFill>
                  <a:srgbClr val="000000"/>
                </a:solidFill>
                <a:latin typeface="Georgia"/>
                <a:ea typeface="ＭＳ Ｐゴシック"/>
                <a:cs typeface="Arial"/>
              </a:endParaRPr>
            </a:p>
            <a:p>
              <a:r>
                <a:rPr lang="en-US" sz="1900" b="1" dirty="0">
                  <a:solidFill>
                    <a:srgbClr val="000000"/>
                  </a:solidFill>
                  <a:latin typeface="Georgia"/>
                  <a:ea typeface="ＭＳ Ｐゴシック"/>
                  <a:cs typeface="Arial"/>
                </a:rPr>
                <a:t>     Future Implementations</a:t>
              </a:r>
              <a:r>
                <a:rPr lang="en-US" sz="1900" dirty="0">
                  <a:solidFill>
                    <a:srgbClr val="000000"/>
                  </a:solidFill>
                  <a:latin typeface="Georgia"/>
                  <a:ea typeface="ＭＳ Ｐゴシック"/>
                  <a:cs typeface="Arial"/>
                </a:rPr>
                <a:t> – Incorporate a      	library of pre-existing books categorized by 	language proficiency levels.</a:t>
              </a:r>
              <a:endParaRPr lang="en-US" sz="1900" dirty="0">
                <a:latin typeface="Georgia"/>
              </a:endParaRPr>
            </a:p>
            <a:p>
              <a:r>
                <a:rPr lang="en-US" sz="1900" b="1" dirty="0">
                  <a:solidFill>
                    <a:srgbClr val="000000"/>
                  </a:solidFill>
                  <a:latin typeface="Georgia"/>
                  <a:ea typeface="ＭＳ Ｐゴシック"/>
                  <a:cs typeface="Arial"/>
                </a:rPr>
                <a:t> </a:t>
              </a:r>
              <a:endParaRPr lang="en-US" sz="6100" dirty="0">
                <a:solidFill>
                  <a:srgbClr val="131F33"/>
                </a:solidFill>
                <a:latin typeface="Georgia"/>
                <a:cs typeface="Arial"/>
              </a:endParaRPr>
            </a:p>
            <a:p>
              <a:r>
                <a:rPr lang="en-US" sz="1900" b="1" dirty="0">
                  <a:solidFill>
                    <a:srgbClr val="000000"/>
                  </a:solidFill>
                  <a:latin typeface="Georgia"/>
                  <a:ea typeface="ＭＳ Ｐゴシック"/>
                  <a:cs typeface="Arial"/>
                </a:rPr>
                <a:t>     Multiple Language Compatibility</a:t>
              </a:r>
              <a:r>
                <a:rPr lang="en-US" sz="1900" dirty="0">
                  <a:solidFill>
                    <a:srgbClr val="000000"/>
                  </a:solidFill>
                  <a:latin typeface="Georgia"/>
                  <a:ea typeface="ＭＳ Ｐゴシック"/>
                  <a:cs typeface="Arial"/>
                </a:rPr>
                <a:t> – Provide      	users with the ability to select and engage with      	content in various languages.</a:t>
              </a:r>
              <a:endParaRPr lang="en-US" sz="6100" dirty="0">
                <a:latin typeface="Georgia"/>
              </a:endParaRPr>
            </a:p>
            <a:p>
              <a:endParaRPr lang="en-US" dirty="0"/>
            </a:p>
            <a:p>
              <a:endParaRPr lang="en-US" sz="1850" dirty="0">
                <a:latin typeface="Georgia" panose="02040502050405020303" pitchFamily="18" charset="0"/>
              </a:endParaRPr>
            </a:p>
            <a:p>
              <a:endParaRPr lang="en-US" sz="1867" dirty="0">
                <a:latin typeface="Georgia" panose="02040502050405020303" pitchFamily="18" charset="0"/>
              </a:endParaRPr>
            </a:p>
            <a:p>
              <a:endParaRPr lang="en-US" sz="1867" dirty="0"/>
            </a:p>
          </p:txBody>
        </p:sp>
        <p:sp>
          <p:nvSpPr>
            <p:cNvPr id="14341" name="Rectangle 49"/>
            <p:cNvSpPr>
              <a:spLocks noChangeArrowheads="1"/>
            </p:cNvSpPr>
            <p:nvPr/>
          </p:nvSpPr>
          <p:spPr bwMode="auto">
            <a:xfrm>
              <a:off x="2590800" y="3454400"/>
              <a:ext cx="6553200" cy="9652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40000" tIns="240000" rIns="240000" bIns="240000" anchor="t"/>
            <a:lstStyle/>
            <a:p>
              <a:pPr>
                <a:spcBef>
                  <a:spcPct val="50000"/>
                </a:spcBef>
              </a:pPr>
              <a:r>
                <a:rPr lang="en-GB" sz="2650" b="1">
                  <a:solidFill>
                    <a:srgbClr val="6A59C9"/>
                  </a:solidFill>
                  <a:latin typeface="Arial Rounded MT Bold"/>
                  <a:ea typeface="ＭＳ Ｐゴシック"/>
                </a:rPr>
                <a:t>INTRODUCTION</a:t>
              </a:r>
            </a:p>
            <a:p>
              <a:endParaRPr lang="en-US" sz="1850">
                <a:latin typeface="Georgia"/>
              </a:endParaRPr>
            </a:p>
            <a:p>
              <a:r>
                <a:rPr lang="en-US" sz="1900">
                  <a:latin typeface="Georgia"/>
                  <a:ea typeface="ＭＳ Ｐゴシック"/>
                  <a:cs typeface="Arial"/>
                </a:rPr>
                <a:t>This project is designed to serve as a resource for learning a language.  A key feature of the app allows users to add words to personalized lists for future practice. Using Artificial Intelligence, users are able to generate stories using selected target words for the user while implementing image generation and audible vocabulary features for further reinforcement. </a:t>
              </a:r>
              <a:r>
                <a:rPr lang="en-US" sz="1900" err="1">
                  <a:latin typeface="Georgia"/>
                  <a:ea typeface="ＭＳ Ｐゴシック"/>
                  <a:cs typeface="Arial"/>
                </a:rPr>
                <a:t>Vocora</a:t>
              </a:r>
              <a:r>
                <a:rPr lang="en-US" sz="1900">
                  <a:latin typeface="Georgia"/>
                  <a:ea typeface="ＭＳ Ｐゴシック"/>
                  <a:cs typeface="Arial"/>
                </a:rPr>
                <a:t> will  work to find and provide books and texts in the target language, categorized by different proficiency levels.</a:t>
              </a:r>
              <a:endParaRPr lang="en-US" sz="1850">
                <a:latin typeface="Georgia"/>
                <a:ea typeface="ＭＳ Ｐゴシック"/>
                <a:cs typeface="Georgia" charset="0"/>
              </a:endParaRPr>
            </a:p>
            <a:p>
              <a:endParaRPr lang="en-US" sz="1850">
                <a:latin typeface="Georgia"/>
                <a:ea typeface="ＭＳ Ｐゴシック"/>
                <a:cs typeface="Georgia" charset="0"/>
              </a:endParaRPr>
            </a:p>
            <a:p>
              <a:endParaRPr lang="en-US" sz="1850">
                <a:latin typeface="Georgia"/>
                <a:ea typeface="ＭＳ Ｐゴシック"/>
              </a:endParaRPr>
            </a:p>
            <a:p>
              <a:pPr marL="342900" indent="-342900">
                <a:buFont typeface="Arial"/>
                <a:buChar char="•"/>
              </a:pPr>
              <a:r>
                <a:rPr lang="en-US" sz="1900">
                  <a:latin typeface="Georgia"/>
                  <a:ea typeface="ＭＳ Ｐゴシック"/>
                </a:rPr>
                <a:t>A user's language journey can take a quick downturn when the user cannot easily access content to reinforce vocabulary through texts.</a:t>
              </a:r>
            </a:p>
            <a:p>
              <a:pPr marL="342900" indent="-342900">
                <a:buFont typeface="Arial"/>
                <a:buChar char="•"/>
              </a:pPr>
              <a:endParaRPr lang="en-US" sz="1900">
                <a:latin typeface="Georgia"/>
                <a:ea typeface="ＭＳ Ｐゴシック"/>
              </a:endParaRPr>
            </a:p>
            <a:p>
              <a:pPr marL="342900" indent="-342900">
                <a:buFont typeface="Arial"/>
                <a:buChar char="•"/>
              </a:pPr>
              <a:r>
                <a:rPr lang="en-US" sz="1900" err="1">
                  <a:latin typeface="Georgia"/>
                  <a:ea typeface="ＭＳ Ｐゴシック"/>
                </a:rPr>
                <a:t>Vocora</a:t>
              </a:r>
              <a:r>
                <a:rPr lang="en-US" sz="1900">
                  <a:latin typeface="Georgia"/>
                  <a:ea typeface="ＭＳ Ｐゴシック"/>
                </a:rPr>
                <a:t> is a web application that aims to bridge this gap between language learners and getting their practice in by reinforcing vocabulary words added by the users themselves through generating stories with paired visuals using OpenAI to further support the user's stories.</a:t>
              </a:r>
            </a:p>
            <a:p>
              <a:pPr marL="342900" indent="-342900">
                <a:buFont typeface="Arial"/>
                <a:buChar char="•"/>
              </a:pPr>
              <a:endParaRPr lang="en-US" sz="1900">
                <a:latin typeface="Georgia"/>
                <a:cs typeface="Arial"/>
              </a:endParaRPr>
            </a:p>
          </p:txBody>
        </p:sp>
        <p:sp>
          <p:nvSpPr>
            <p:cNvPr id="14342" name="Rectangle 7"/>
            <p:cNvSpPr>
              <a:spLocks noChangeArrowheads="1"/>
            </p:cNvSpPr>
            <p:nvPr/>
          </p:nvSpPr>
          <p:spPr bwMode="auto">
            <a:xfrm>
              <a:off x="9652000" y="3454400"/>
              <a:ext cx="6553200" cy="17830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40000" tIns="240000" rIns="240000" bIns="240000" anchor="t"/>
            <a:lstStyle/>
            <a:p>
              <a:pPr marL="254000" indent="-254000">
                <a:spcBef>
                  <a:spcPct val="50000"/>
                </a:spcBef>
              </a:pPr>
              <a:r>
                <a:rPr lang="en-GB" sz="2650" b="1" dirty="0">
                  <a:solidFill>
                    <a:srgbClr val="6A59C9"/>
                  </a:solidFill>
                  <a:latin typeface="Arial Rounded MT Bold"/>
                  <a:ea typeface="ＭＳ Ｐゴシック"/>
                </a:rPr>
                <a:t>METHOD, PLAN or APPROACH</a:t>
              </a:r>
            </a:p>
            <a:p>
              <a:endParaRPr lang="en-US" sz="1900" b="1" dirty="0">
                <a:latin typeface="Georgia" panose="02040502050405020303" pitchFamily="18" charset="0"/>
                <a:cs typeface="Georgia" charset="0"/>
              </a:endParaRPr>
            </a:p>
            <a:p>
              <a:pPr>
                <a:spcAft>
                  <a:spcPts val="200"/>
                </a:spcAft>
              </a:pPr>
              <a:r>
                <a:rPr lang="en-US" sz="1900" b="1" dirty="0">
                  <a:latin typeface="Georgia" panose="02040502050405020303" pitchFamily="18" charset="0"/>
                  <a:ea typeface="ＭＳ Ｐゴシック"/>
                  <a:cs typeface="Georgia" charset="0"/>
                </a:rPr>
                <a:t>Technology decisions:</a:t>
              </a:r>
              <a:endParaRPr lang="en-US" sz="1900" b="1" dirty="0">
                <a:latin typeface="Georgia" panose="02040502050405020303" pitchFamily="18" charset="0"/>
                <a:cs typeface="Georgia" charset="0"/>
              </a:endParaRPr>
            </a:p>
            <a:p>
              <a:pPr marL="342900" indent="-342900">
                <a:spcAft>
                  <a:spcPts val="200"/>
                </a:spcAft>
                <a:buFont typeface="Arial"/>
                <a:buChar char="•"/>
              </a:pPr>
              <a:r>
                <a:rPr lang="en-US" sz="1900" b="1" dirty="0" err="1">
                  <a:latin typeface="Georgia" panose="02040502050405020303" pitchFamily="18" charset="0"/>
                  <a:ea typeface="ＭＳ Ｐゴシック"/>
                  <a:cs typeface="Georgia" charset="0"/>
                </a:rPr>
                <a:t>React.js</a:t>
              </a:r>
              <a:r>
                <a:rPr lang="en-US" sz="1900" dirty="0">
                  <a:latin typeface="Georgia" panose="02040502050405020303" pitchFamily="18" charset="0"/>
                  <a:ea typeface="ＭＳ Ｐゴシック"/>
                  <a:cs typeface="Georgia" charset="0"/>
                </a:rPr>
                <a:t> (Typescript Framework)</a:t>
              </a:r>
            </a:p>
            <a:p>
              <a:pPr marL="342900" indent="-342900">
                <a:spcAft>
                  <a:spcPts val="200"/>
                </a:spcAft>
                <a:buFont typeface="Arial"/>
                <a:buChar char="•"/>
              </a:pPr>
              <a:r>
                <a:rPr lang="en-US" sz="1900" b="1" dirty="0">
                  <a:latin typeface="Georgia" panose="02040502050405020303" pitchFamily="18" charset="0"/>
                  <a:ea typeface="ＭＳ Ｐゴシック"/>
                  <a:cs typeface="Georgia" charset="0"/>
                </a:rPr>
                <a:t>Node.js</a:t>
              </a:r>
              <a:r>
                <a:rPr lang="en-US" sz="1900" dirty="0">
                  <a:latin typeface="Georgia" panose="02040502050405020303" pitchFamily="18" charset="0"/>
                  <a:ea typeface="ＭＳ Ｐゴシック"/>
                  <a:cs typeface="Georgia" charset="0"/>
                </a:rPr>
                <a:t> (Server-Side)</a:t>
              </a:r>
            </a:p>
            <a:p>
              <a:pPr marL="342900" indent="-342900">
                <a:spcAft>
                  <a:spcPts val="200"/>
                </a:spcAft>
                <a:buFont typeface="Arial"/>
                <a:buChar char="•"/>
              </a:pPr>
              <a:r>
                <a:rPr lang="en-US" sz="1900" b="1" dirty="0">
                  <a:latin typeface="Georgia" panose="02040502050405020303" pitchFamily="18" charset="0"/>
                  <a:ea typeface="ＭＳ Ｐゴシック"/>
                  <a:cs typeface="Georgia" charset="0"/>
                </a:rPr>
                <a:t>Tailwind CSS</a:t>
              </a:r>
              <a:r>
                <a:rPr lang="en-US" sz="1900" dirty="0">
                  <a:latin typeface="Georgia" panose="02040502050405020303" pitchFamily="18" charset="0"/>
                  <a:ea typeface="ＭＳ Ｐゴシック"/>
                  <a:cs typeface="Georgia" charset="0"/>
                </a:rPr>
                <a:t> (CSS Library)</a:t>
              </a:r>
            </a:p>
            <a:p>
              <a:pPr marL="342900" indent="-342900">
                <a:spcAft>
                  <a:spcPts val="200"/>
                </a:spcAft>
                <a:buFont typeface="Arial"/>
                <a:buChar char="•"/>
              </a:pPr>
              <a:r>
                <a:rPr lang="en-US" sz="1900" b="1" dirty="0" err="1">
                  <a:latin typeface="Georgia" panose="02040502050405020303" pitchFamily="18" charset="0"/>
                  <a:ea typeface="ＭＳ Ｐゴシック"/>
                  <a:cs typeface="Georgia" charset="0"/>
                </a:rPr>
                <a:t>Supabase</a:t>
              </a:r>
              <a:r>
                <a:rPr lang="en-US" sz="1900" dirty="0">
                  <a:latin typeface="Georgia" panose="02040502050405020303" pitchFamily="18" charset="0"/>
                  <a:ea typeface="ＭＳ Ｐゴシック"/>
                  <a:cs typeface="Georgia" charset="0"/>
                </a:rPr>
                <a:t> (User Creation &amp; Authorization)</a:t>
              </a:r>
            </a:p>
            <a:p>
              <a:pPr marL="342900" indent="-342900">
                <a:spcAft>
                  <a:spcPts val="200"/>
                </a:spcAft>
                <a:buFont typeface="Arial"/>
                <a:buChar char="•"/>
              </a:pPr>
              <a:r>
                <a:rPr lang="en-US" sz="1900" b="1" dirty="0">
                  <a:latin typeface="Georgia" panose="02040502050405020303" pitchFamily="18" charset="0"/>
                  <a:ea typeface="ＭＳ Ｐゴシック"/>
                  <a:cs typeface="Georgia" charset="0"/>
                </a:rPr>
                <a:t>OpenAI </a:t>
              </a:r>
              <a:r>
                <a:rPr lang="en-US" sz="1900" dirty="0">
                  <a:latin typeface="Georgia" panose="02040502050405020303" pitchFamily="18" charset="0"/>
                  <a:ea typeface="ＭＳ Ｐゴシック"/>
                  <a:cs typeface="Georgia" charset="0"/>
                </a:rPr>
                <a:t>(Text Generation, Text-to-Speech Generation)</a:t>
              </a:r>
            </a:p>
            <a:p>
              <a:pPr marL="342900" indent="-342900">
                <a:spcAft>
                  <a:spcPts val="200"/>
                </a:spcAft>
                <a:buFont typeface="Arial"/>
                <a:buChar char="•"/>
              </a:pPr>
              <a:r>
                <a:rPr lang="en-US" sz="1900" b="1" dirty="0">
                  <a:latin typeface="Georgia" panose="02040502050405020303" pitchFamily="18" charset="0"/>
                  <a:ea typeface="ＭＳ Ｐゴシック"/>
                  <a:cs typeface="Georgia" charset="0"/>
                </a:rPr>
                <a:t>Fireworks AI</a:t>
              </a:r>
              <a:r>
                <a:rPr lang="en-US" sz="1900" dirty="0">
                  <a:latin typeface="Georgia" panose="02040502050405020303" pitchFamily="18" charset="0"/>
                  <a:ea typeface="ＭＳ Ｐゴシック"/>
                  <a:cs typeface="Georgia" charset="0"/>
                </a:rPr>
                <a:t> (Text-to-Image Generation)</a:t>
              </a:r>
            </a:p>
            <a:p>
              <a:pPr marL="342900" indent="-342900">
                <a:spcAft>
                  <a:spcPts val="200"/>
                </a:spcAft>
                <a:buFont typeface="Arial"/>
                <a:buChar char="•"/>
              </a:pPr>
              <a:r>
                <a:rPr lang="en-US" sz="1900" b="1" dirty="0" err="1">
                  <a:latin typeface="Georgia" panose="02040502050405020303" pitchFamily="18" charset="0"/>
                  <a:ea typeface="ＭＳ Ｐゴシック"/>
                  <a:cs typeface="Georgia" charset="0"/>
                </a:rPr>
                <a:t>Vercel</a:t>
              </a:r>
              <a:r>
                <a:rPr lang="en-US" sz="1900" b="1" dirty="0">
                  <a:latin typeface="Georgia" panose="02040502050405020303" pitchFamily="18" charset="0"/>
                  <a:ea typeface="ＭＳ Ｐゴシック"/>
                  <a:cs typeface="Georgia" charset="0"/>
                </a:rPr>
                <a:t> </a:t>
              </a:r>
              <a:r>
                <a:rPr lang="en-US" sz="1900" dirty="0">
                  <a:latin typeface="Georgia" panose="02040502050405020303" pitchFamily="18" charset="0"/>
                  <a:ea typeface="ＭＳ Ｐゴシック"/>
                  <a:cs typeface="Georgia" charset="0"/>
                </a:rPr>
                <a:t>(Deployment)</a:t>
              </a:r>
            </a:p>
            <a:p>
              <a:pPr marL="342900" indent="-342900">
                <a:spcAft>
                  <a:spcPts val="200"/>
                </a:spcAft>
                <a:buFont typeface="Arial"/>
                <a:buChar char="•"/>
              </a:pPr>
              <a:r>
                <a:rPr lang="en-US" sz="1900" b="1" dirty="0">
                  <a:latin typeface="Georgia" panose="02040502050405020303" pitchFamily="18" charset="0"/>
                  <a:ea typeface="ＭＳ Ｐゴシック"/>
                  <a:cs typeface="Georgia" charset="0"/>
                </a:rPr>
                <a:t>Open AI  </a:t>
              </a:r>
              <a:r>
                <a:rPr lang="en-US" sz="1900" dirty="0">
                  <a:latin typeface="Georgia" panose="02040502050405020303" pitchFamily="18" charset="0"/>
                  <a:ea typeface="ＭＳ Ｐゴシック"/>
                  <a:cs typeface="Georgia" charset="0"/>
                </a:rPr>
                <a:t>enables high-quality, context-aware text generation and offers text-to-speech capabilities, enhancing user interaction with audio on our website.</a:t>
              </a:r>
            </a:p>
            <a:p>
              <a:pPr marL="342900" indent="-342900">
                <a:spcAft>
                  <a:spcPts val="200"/>
                </a:spcAft>
                <a:buFont typeface="Arial"/>
                <a:buChar char="•"/>
              </a:pPr>
              <a:r>
                <a:rPr lang="en-US" sz="1900" b="1" dirty="0">
                  <a:latin typeface="Georgia" panose="02040502050405020303" pitchFamily="18" charset="0"/>
                  <a:ea typeface="ＭＳ Ｐゴシック"/>
                  <a:cs typeface="Georgia" charset="0"/>
                </a:rPr>
                <a:t>Fireworks A</a:t>
              </a:r>
              <a:r>
                <a:rPr lang="en-US" sz="1900" dirty="0">
                  <a:latin typeface="Georgia" panose="02040502050405020303" pitchFamily="18" charset="0"/>
                  <a:ea typeface="ＭＳ Ｐゴシック"/>
                  <a:cs typeface="Georgia" charset="0"/>
                </a:rPr>
                <a:t>I generates mages from text prompts, providing fast, high quality content creation to enhance user experience.</a:t>
              </a:r>
            </a:p>
            <a:p>
              <a:pPr marL="342900" indent="-342900">
                <a:spcAft>
                  <a:spcPts val="200"/>
                </a:spcAft>
                <a:buFont typeface="Arial"/>
                <a:buChar char="•"/>
              </a:pPr>
              <a:r>
                <a:rPr lang="en-US" sz="1900" b="1" dirty="0" err="1">
                  <a:latin typeface="Georgia" panose="02040502050405020303" pitchFamily="18" charset="0"/>
                  <a:ea typeface="ＭＳ Ｐゴシック"/>
                  <a:cs typeface="Georgia" charset="0"/>
                </a:rPr>
                <a:t>Supabase</a:t>
              </a:r>
              <a:r>
                <a:rPr lang="en-US" sz="1900" dirty="0">
                  <a:latin typeface="Georgia" panose="02040502050405020303" pitchFamily="18" charset="0"/>
                  <a:ea typeface="ＭＳ Ｐゴシック"/>
                  <a:cs typeface="Georgia" charset="0"/>
                </a:rPr>
                <a:t> simplifies user management with easy integration and built-in authentication features.</a:t>
              </a:r>
            </a:p>
            <a:p>
              <a:pPr marL="342900" indent="-342900">
                <a:spcAft>
                  <a:spcPts val="200"/>
                </a:spcAft>
                <a:buFont typeface="Arial"/>
                <a:buChar char="•"/>
              </a:pPr>
              <a:r>
                <a:rPr lang="en-US" sz="1900" b="1" dirty="0">
                  <a:latin typeface="Georgia" panose="02040502050405020303" pitchFamily="18" charset="0"/>
                  <a:ea typeface="ＭＳ Ｐゴシック"/>
                  <a:cs typeface="Georgia" charset="0"/>
                </a:rPr>
                <a:t>Node.js </a:t>
              </a:r>
              <a:r>
                <a:rPr lang="en-US" sz="1900" dirty="0">
                  <a:latin typeface="Georgia" panose="02040502050405020303" pitchFamily="18" charset="0"/>
                  <a:ea typeface="ＭＳ Ｐゴシック"/>
                  <a:cs typeface="Georgia" charset="0"/>
                </a:rPr>
                <a:t>facilitates communication between the client and the</a:t>
              </a:r>
              <a:r>
                <a:rPr lang="en-US" sz="1900" b="1" dirty="0">
                  <a:latin typeface="Georgia" panose="02040502050405020303" pitchFamily="18" charset="0"/>
                  <a:ea typeface="ＭＳ Ｐゴシック"/>
                  <a:cs typeface="Georgia" charset="0"/>
                </a:rPr>
                <a:t> </a:t>
              </a:r>
              <a:r>
                <a:rPr lang="en-US" sz="1900" b="1" dirty="0" err="1">
                  <a:latin typeface="Georgia" panose="02040502050405020303" pitchFamily="18" charset="0"/>
                  <a:ea typeface="ＭＳ Ｐゴシック"/>
                  <a:cs typeface="Georgia" charset="0"/>
                </a:rPr>
                <a:t>Supabase</a:t>
              </a:r>
              <a:r>
                <a:rPr lang="en-US" sz="1900" dirty="0">
                  <a:latin typeface="Georgia" panose="02040502050405020303" pitchFamily="18" charset="0"/>
                  <a:ea typeface="ＭＳ Ｐゴシック"/>
                  <a:cs typeface="Georgia" charset="0"/>
                </a:rPr>
                <a:t> API endpoints.</a:t>
              </a:r>
              <a:endParaRPr lang="en-US" sz="1900" dirty="0">
                <a:latin typeface="Georgia" panose="02040502050405020303" pitchFamily="18"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pPr marL="342900" indent="-342900">
                <a:buFont typeface="Arial"/>
                <a:buChar char="•"/>
              </a:pPr>
              <a:endParaRPr lang="en-US" sz="1800" dirty="0">
                <a:latin typeface="Georgia"/>
                <a:ea typeface="ＭＳ Ｐゴシック"/>
                <a:cs typeface="Georgia" charset="0"/>
              </a:endParaRPr>
            </a:p>
            <a:p>
              <a:endParaRPr lang="en-US" sz="1800" b="1" dirty="0">
                <a:latin typeface="Georgia"/>
                <a:ea typeface="ＭＳ Ｐゴシック"/>
                <a:cs typeface="Georgia" charset="0"/>
              </a:endParaRPr>
            </a:p>
            <a:p>
              <a:endParaRPr lang="en-US" sz="1800" b="1" dirty="0">
                <a:latin typeface="Georgia"/>
                <a:ea typeface="ＭＳ Ｐゴシック"/>
                <a:cs typeface="Georgia" charset="0"/>
              </a:endParaRPr>
            </a:p>
            <a:p>
              <a:endParaRPr lang="en-US" sz="1800" b="1" dirty="0">
                <a:latin typeface="Georgia"/>
                <a:ea typeface="ＭＳ Ｐゴシック"/>
                <a:cs typeface="Georgia" charset="0"/>
              </a:endParaRPr>
            </a:p>
            <a:p>
              <a:endParaRPr lang="en-US" sz="1800" b="1" dirty="0">
                <a:latin typeface="Georgia"/>
                <a:ea typeface="ＭＳ Ｐゴシック"/>
                <a:cs typeface="Georgia" charset="0"/>
              </a:endParaRPr>
            </a:p>
            <a:p>
              <a:endParaRPr lang="en-US" sz="1800" b="1" dirty="0">
                <a:latin typeface="Georgia"/>
                <a:ea typeface="ＭＳ Ｐゴシック"/>
                <a:cs typeface="Georgia" charset="0"/>
              </a:endParaRPr>
            </a:p>
            <a:p>
              <a:endParaRPr lang="en-US" sz="1800" b="1" dirty="0">
                <a:latin typeface="Georgia"/>
                <a:ea typeface="ＭＳ Ｐゴシック"/>
                <a:cs typeface="Georgia" charset="0"/>
              </a:endParaRPr>
            </a:p>
            <a:p>
              <a:endParaRPr lang="en-US" sz="1800" b="1" dirty="0">
                <a:latin typeface="Georgia"/>
                <a:ea typeface="ＭＳ Ｐゴシック"/>
                <a:cs typeface="Georgia" charset="0"/>
              </a:endParaRPr>
            </a:p>
            <a:p>
              <a:r>
                <a:rPr lang="en-US" sz="1900" b="1" dirty="0">
                  <a:latin typeface="Georgia" panose="02040502050405020303" pitchFamily="18" charset="0"/>
                  <a:ea typeface="ＭＳ Ｐゴシック"/>
                  <a:cs typeface="Georgia" charset="0"/>
                </a:rPr>
                <a:t>Design decisions:</a:t>
              </a:r>
              <a:endParaRPr lang="en-US" sz="1900" b="1" dirty="0">
                <a:latin typeface="Georgia" panose="02040502050405020303" pitchFamily="18" charset="0"/>
                <a:cs typeface="Georgia" charset="0"/>
              </a:endParaRPr>
            </a:p>
            <a:p>
              <a:pPr marL="342900" indent="-342900">
                <a:buFont typeface="Arial"/>
                <a:buChar char="•"/>
              </a:pPr>
              <a:r>
                <a:rPr lang="en-US" sz="1900" b="1" dirty="0">
                  <a:latin typeface="Georgia" panose="02040502050405020303" pitchFamily="18" charset="0"/>
                  <a:ea typeface="ＭＳ Ｐゴシック"/>
                  <a:cs typeface="Georgia" charset="0"/>
                </a:rPr>
                <a:t>Figma</a:t>
              </a:r>
              <a:r>
                <a:rPr lang="en-US" sz="1900" dirty="0">
                  <a:latin typeface="Georgia" panose="02040502050405020303" pitchFamily="18" charset="0"/>
                  <a:ea typeface="ＭＳ Ｐゴシック"/>
                  <a:cs typeface="Georgia" charset="0"/>
                </a:rPr>
                <a:t> helped us plan the layout of each page. Our goal for our website is to make language learning feel fun and less intimidating for users. A white and purple color scheme was selected to create a calming feel, along a </a:t>
              </a:r>
              <a:r>
                <a:rPr lang="en-US" sz="1900" b="1" dirty="0" err="1">
                  <a:latin typeface="Georgia" panose="02040502050405020303" pitchFamily="18" charset="0"/>
                  <a:ea typeface="ＭＳ Ｐゴシック"/>
                  <a:cs typeface="Georgia" charset="0"/>
                </a:rPr>
                <a:t>MidJourney</a:t>
              </a:r>
              <a:r>
                <a:rPr lang="en-US" sz="1900" dirty="0">
                  <a:latin typeface="Georgia" panose="02040502050405020303" pitchFamily="18" charset="0"/>
                  <a:ea typeface="ＭＳ Ｐゴシック"/>
                  <a:cs typeface="Georgia" charset="0"/>
                </a:rPr>
                <a:t> art style for its playful look to make the site welcoming for learners.</a:t>
              </a:r>
              <a:endParaRPr lang="en-US" sz="1900" dirty="0">
                <a:latin typeface="Georgia" panose="02040502050405020303" pitchFamily="18" charset="0"/>
                <a:cs typeface="Georgia" charset="0"/>
              </a:endParaRPr>
            </a:p>
          </p:txBody>
        </p:sp>
        <p:sp>
          <p:nvSpPr>
            <p:cNvPr id="14343" name="Rectangle 51"/>
            <p:cNvSpPr>
              <a:spLocks noChangeArrowheads="1"/>
            </p:cNvSpPr>
            <p:nvPr/>
          </p:nvSpPr>
          <p:spPr bwMode="auto">
            <a:xfrm>
              <a:off x="16713200" y="3454400"/>
              <a:ext cx="6550848" cy="1413869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40000" tIns="240000" rIns="240000" bIns="240000" anchor="t"/>
            <a:lstStyle/>
            <a:p>
              <a:pPr>
                <a:spcBef>
                  <a:spcPct val="50000"/>
                </a:spcBef>
              </a:pPr>
              <a:r>
                <a:rPr lang="en-GB" sz="2650" b="1" dirty="0">
                  <a:solidFill>
                    <a:srgbClr val="6A59C9"/>
                  </a:solidFill>
                  <a:latin typeface="Arial Rounded MT Bold"/>
                  <a:ea typeface="ＭＳ Ｐゴシック"/>
                </a:rPr>
                <a:t>RESULTS/PROGRESS</a:t>
              </a:r>
            </a:p>
            <a:p>
              <a:endParaRPr lang="en-US" sz="1900" dirty="0">
                <a:latin typeface="Georgia" charset="0"/>
                <a:cs typeface="Georgia" charset="0"/>
              </a:endParaRPr>
            </a:p>
            <a:p>
              <a:pPr lvl="0">
                <a:spcAft>
                  <a:spcPts val="200"/>
                </a:spcAft>
              </a:pPr>
              <a:r>
                <a:rPr lang="en-US" sz="1900" b="1" dirty="0">
                  <a:latin typeface="Georgia"/>
                  <a:ea typeface="ＭＳ Ｐゴシック"/>
                </a:rPr>
                <a:t>Platform Development</a:t>
              </a:r>
            </a:p>
            <a:p>
              <a:pPr marL="285750" indent="-285750">
                <a:spcAft>
                  <a:spcPts val="200"/>
                </a:spcAft>
                <a:buFont typeface="Arial"/>
                <a:buChar char="•"/>
              </a:pPr>
              <a:r>
                <a:rPr lang="en-US" sz="1900" b="1" dirty="0">
                  <a:latin typeface="Georgia"/>
                  <a:ea typeface="ＭＳ Ｐゴシック"/>
                  <a:cs typeface="Arial"/>
                </a:rPr>
                <a:t>User Authentication:</a:t>
              </a:r>
              <a:r>
                <a:rPr lang="en-US" sz="1900" dirty="0">
                  <a:latin typeface="Georgia"/>
                  <a:ea typeface="ＭＳ Ｐゴシック"/>
                  <a:cs typeface="Arial"/>
                </a:rPr>
                <a:t> Implemented secure login using Google OAuth.</a:t>
              </a:r>
              <a:endParaRPr lang="en-US" sz="1900" dirty="0">
                <a:latin typeface="Georgia"/>
                <a:ea typeface="ＭＳ Ｐゴシック"/>
              </a:endParaRPr>
            </a:p>
            <a:p>
              <a:pPr marL="285750" indent="-285750">
                <a:spcAft>
                  <a:spcPts val="200"/>
                </a:spcAft>
                <a:buFont typeface="Arial"/>
                <a:buChar char="•"/>
              </a:pPr>
              <a:r>
                <a:rPr lang="en-US" sz="1900" b="1" dirty="0">
                  <a:latin typeface="Georgia"/>
                  <a:ea typeface="ＭＳ Ｐゴシック"/>
                  <a:cs typeface="Arial"/>
                </a:rPr>
                <a:t>Database Setup</a:t>
              </a:r>
              <a:r>
                <a:rPr lang="en-US" sz="1900" dirty="0">
                  <a:latin typeface="Georgia"/>
                  <a:ea typeface="ＭＳ Ｐゴシック"/>
                  <a:cs typeface="Arial"/>
                </a:rPr>
                <a:t>: </a:t>
              </a:r>
              <a:r>
                <a:rPr lang="en-US" sz="1900" dirty="0" err="1">
                  <a:latin typeface="Georgia"/>
                  <a:ea typeface="ＭＳ Ｐゴシック"/>
                  <a:cs typeface="Arial"/>
                </a:rPr>
                <a:t>Supabase</a:t>
              </a:r>
              <a:r>
                <a:rPr lang="en-US" sz="1900" dirty="0">
                  <a:latin typeface="Georgia"/>
                  <a:ea typeface="ＭＳ Ｐゴシック"/>
                  <a:cs typeface="Arial"/>
                </a:rPr>
                <a:t> used for storing user accounts, word lists, and AI-generated content</a:t>
              </a:r>
            </a:p>
            <a:p>
              <a:pPr marL="285750" indent="-285750">
                <a:spcAft>
                  <a:spcPts val="200"/>
                </a:spcAft>
                <a:buFont typeface="Arial"/>
                <a:buChar char="•"/>
              </a:pPr>
              <a:r>
                <a:rPr lang="en-US" sz="1900" b="1" dirty="0">
                  <a:latin typeface="Georgia"/>
                  <a:ea typeface="ＭＳ Ｐゴシック"/>
                  <a:cs typeface="Arial"/>
                </a:rPr>
                <a:t>AI Integration:</a:t>
              </a:r>
              <a:r>
                <a:rPr lang="en-US" sz="1900" dirty="0">
                  <a:latin typeface="Georgia"/>
                  <a:ea typeface="ＭＳ Ｐゴシック"/>
                  <a:cs typeface="Arial"/>
                </a:rPr>
                <a:t> OpenAI API handles text generation, vocabulary reinforcement, image creation, and audio synthesis.</a:t>
              </a:r>
              <a:endParaRPr lang="en-US" sz="1900" dirty="0">
                <a:latin typeface="Georgia"/>
                <a:ea typeface="ＭＳ Ｐゴシック"/>
              </a:endParaRPr>
            </a:p>
            <a:p>
              <a:pPr marL="285750" indent="-285750">
                <a:spcAft>
                  <a:spcPts val="200"/>
                </a:spcAft>
                <a:buFont typeface="Arial"/>
                <a:buChar char="•"/>
              </a:pPr>
              <a:endParaRPr lang="en-US" sz="1900" dirty="0">
                <a:latin typeface="Georgia"/>
                <a:ea typeface="ＭＳ Ｐゴシック"/>
                <a:cs typeface="Arial"/>
              </a:endParaRPr>
            </a:p>
            <a:p>
              <a:pPr>
                <a:spcAft>
                  <a:spcPts val="200"/>
                </a:spcAft>
              </a:pPr>
              <a:r>
                <a:rPr lang="en-US" sz="1900" b="1" dirty="0">
                  <a:latin typeface="Georgia"/>
                  <a:ea typeface="ＭＳ Ｐゴシック"/>
                </a:rPr>
                <a:t>Key Features Implemented</a:t>
              </a:r>
            </a:p>
            <a:p>
              <a:pPr marL="285750" indent="-285750">
                <a:spcAft>
                  <a:spcPts val="200"/>
                </a:spcAft>
                <a:buFont typeface="Arial"/>
                <a:buChar char="•"/>
              </a:pPr>
              <a:r>
                <a:rPr lang="en-US" sz="1900" b="1" dirty="0">
                  <a:latin typeface="Georgia"/>
                  <a:ea typeface="ＭＳ Ｐゴシック"/>
                  <a:cs typeface="Arial"/>
                </a:rPr>
                <a:t>Word List Management:</a:t>
              </a:r>
              <a:r>
                <a:rPr lang="en-US" sz="1900" dirty="0">
                  <a:latin typeface="Georgia"/>
                  <a:ea typeface="ＭＳ Ｐゴシック"/>
                  <a:cs typeface="Arial"/>
                </a:rPr>
                <a:t> Users can add and track words they "want to learn."</a:t>
              </a:r>
              <a:endParaRPr lang="en-US" sz="1900" dirty="0">
                <a:latin typeface="Georgia"/>
                <a:ea typeface="ＭＳ Ｐゴシック"/>
              </a:endParaRPr>
            </a:p>
            <a:p>
              <a:pPr marL="285750" indent="-285750">
                <a:spcAft>
                  <a:spcPts val="200"/>
                </a:spcAft>
                <a:buFont typeface="Arial"/>
                <a:buChar char="•"/>
              </a:pPr>
              <a:r>
                <a:rPr lang="en-US" sz="1900" b="1" dirty="0">
                  <a:latin typeface="Georgia"/>
                  <a:ea typeface="ＭＳ Ｐゴシック"/>
                  <a:cs typeface="Arial"/>
                </a:rPr>
                <a:t>AI-Generated Stories:</a:t>
              </a:r>
              <a:r>
                <a:rPr lang="en-US" sz="1900" dirty="0">
                  <a:latin typeface="Georgia"/>
                  <a:ea typeface="ＭＳ Ｐゴシック"/>
                  <a:cs typeface="Arial"/>
                </a:rPr>
                <a:t> Users can create personalized texts using selected vocabulary.</a:t>
              </a:r>
              <a:endParaRPr lang="en-US" sz="1900" dirty="0">
                <a:latin typeface="Georgia"/>
                <a:ea typeface="ＭＳ Ｐゴシック"/>
              </a:endParaRPr>
            </a:p>
            <a:p>
              <a:pPr marL="285750" indent="-285750">
                <a:spcAft>
                  <a:spcPts val="200"/>
                </a:spcAft>
                <a:buFont typeface="Arial"/>
                <a:buChar char="•"/>
              </a:pPr>
              <a:r>
                <a:rPr lang="en-US" sz="1900" b="1" dirty="0">
                  <a:latin typeface="Georgia"/>
                  <a:ea typeface="ＭＳ Ｐゴシック"/>
                  <a:cs typeface="Arial"/>
                </a:rPr>
                <a:t>AI-Generated Images:</a:t>
              </a:r>
              <a:r>
                <a:rPr lang="en-US" sz="1900" dirty="0">
                  <a:latin typeface="Georgia"/>
                  <a:ea typeface="ＭＳ Ｐゴシック"/>
                  <a:cs typeface="Arial"/>
                </a:rPr>
                <a:t> Visuals accompany generated text to support word association.</a:t>
              </a:r>
            </a:p>
            <a:p>
              <a:pPr marL="285750" indent="-285750">
                <a:spcAft>
                  <a:spcPts val="200"/>
                </a:spcAft>
                <a:buFont typeface="Arial"/>
                <a:buChar char="•"/>
              </a:pPr>
              <a:r>
                <a:rPr lang="en-US" sz="1900" b="1" dirty="0">
                  <a:latin typeface="Georgia"/>
                  <a:ea typeface="ＭＳ Ｐゴシック"/>
                  <a:cs typeface="Arial"/>
                </a:rPr>
                <a:t>AI-Generated Audio:</a:t>
              </a:r>
              <a:r>
                <a:rPr lang="en-US" sz="1900" dirty="0">
                  <a:latin typeface="Georgia"/>
                  <a:ea typeface="ＭＳ Ｐゴシック"/>
                  <a:cs typeface="Arial"/>
                </a:rPr>
                <a:t> Text-to-speech functionality allows users to hear pronunciation.</a:t>
              </a:r>
              <a:endParaRPr lang="en-US" sz="1900" dirty="0">
                <a:latin typeface="Georgia"/>
                <a:ea typeface="ＭＳ Ｐゴシック"/>
              </a:endParaRPr>
            </a:p>
            <a:p>
              <a:pPr marL="285750" indent="-285750">
                <a:buFont typeface="Arial"/>
                <a:buChar char="•"/>
              </a:pPr>
              <a:endParaRPr lang="en-US" sz="2000" dirty="0">
                <a:solidFill>
                  <a:srgbClr val="131F33"/>
                </a:solidFill>
                <a:latin typeface="Arial"/>
                <a:ea typeface="ＭＳ Ｐゴシック"/>
                <a:cs typeface="Arial"/>
              </a:endParaRPr>
            </a:p>
            <a:p>
              <a:pPr marL="285750" indent="-285750">
                <a:buFont typeface="Arial"/>
                <a:buChar char="•"/>
              </a:pPr>
              <a:endParaRPr lang="en-US" sz="2000" dirty="0">
                <a:solidFill>
                  <a:srgbClr val="131F33"/>
                </a:solidFill>
                <a:latin typeface="Arial"/>
                <a:ea typeface="ＭＳ Ｐゴシック"/>
                <a:cs typeface="Arial"/>
              </a:endParaRPr>
            </a:p>
            <a:p>
              <a:pPr marL="285750" indent="-285750">
                <a:buFont typeface="Arial"/>
                <a:buChar char="•"/>
              </a:pPr>
              <a:endParaRPr lang="en-US" sz="2000" dirty="0">
                <a:solidFill>
                  <a:srgbClr val="131F33"/>
                </a:solidFill>
                <a:latin typeface="Arial"/>
                <a:ea typeface="ＭＳ Ｐゴシック"/>
                <a:cs typeface="Arial"/>
              </a:endParaRPr>
            </a:p>
            <a:p>
              <a:pPr marL="285750" indent="-285750">
                <a:buFont typeface="Arial"/>
                <a:buChar char="•"/>
              </a:pPr>
              <a:endParaRPr lang="en-US" sz="2000" dirty="0">
                <a:solidFill>
                  <a:srgbClr val="131F33"/>
                </a:solidFill>
                <a:latin typeface="Arial"/>
                <a:ea typeface="ＭＳ Ｐゴシック"/>
                <a:cs typeface="Arial"/>
              </a:endParaRPr>
            </a:p>
            <a:p>
              <a:pPr marL="285750" indent="-285750">
                <a:buFont typeface="Arial"/>
                <a:buChar char="•"/>
              </a:pPr>
              <a:endParaRPr lang="en-US" sz="2000" dirty="0">
                <a:solidFill>
                  <a:srgbClr val="131F33"/>
                </a:solidFill>
                <a:latin typeface="Arial"/>
                <a:ea typeface="ＭＳ Ｐゴシック"/>
                <a:cs typeface="Arial"/>
              </a:endParaRPr>
            </a:p>
            <a:p>
              <a:pPr marL="285750" indent="-285750">
                <a:buFont typeface="Arial"/>
                <a:buChar char="•"/>
              </a:pPr>
              <a:endParaRPr lang="en-US" sz="2000" dirty="0">
                <a:solidFill>
                  <a:srgbClr val="131F33"/>
                </a:solidFill>
                <a:latin typeface="Arial"/>
                <a:ea typeface="ＭＳ Ｐゴシック"/>
                <a:cs typeface="Arial"/>
              </a:endParaRPr>
            </a:p>
            <a:p>
              <a:pPr marL="285750" indent="-285750">
                <a:buFont typeface="Arial"/>
                <a:buChar char="•"/>
              </a:pPr>
              <a:endParaRPr lang="en-US" sz="2000" dirty="0">
                <a:solidFill>
                  <a:srgbClr val="131F33"/>
                </a:solidFill>
                <a:latin typeface="Arial"/>
                <a:ea typeface="ＭＳ Ｐゴシック"/>
                <a:cs typeface="Arial"/>
              </a:endParaRPr>
            </a:p>
            <a:p>
              <a:endParaRPr lang="en-US" sz="2000" dirty="0">
                <a:solidFill>
                  <a:srgbClr val="131F33"/>
                </a:solidFill>
                <a:latin typeface="Arial"/>
                <a:ea typeface="ＭＳ Ｐゴシック"/>
                <a:cs typeface="Arial"/>
              </a:endParaRPr>
            </a:p>
            <a:p>
              <a:endParaRPr lang="en-US" sz="2000" dirty="0">
                <a:ea typeface="ＭＳ Ｐゴシック"/>
                <a:cs typeface="Arial"/>
              </a:endParaRPr>
            </a:p>
            <a:p>
              <a:endParaRPr lang="en-US" sz="2000" b="1" dirty="0">
                <a:solidFill>
                  <a:srgbClr val="131F33"/>
                </a:solidFill>
                <a:latin typeface="Arial"/>
                <a:cs typeface="Arial"/>
              </a:endParaRPr>
            </a:p>
          </p:txBody>
        </p:sp>
        <p:sp>
          <p:nvSpPr>
            <p:cNvPr id="14346" name="Rectangle 34"/>
            <p:cNvSpPr>
              <a:spLocks noChangeArrowheads="1"/>
            </p:cNvSpPr>
            <p:nvPr/>
          </p:nvSpPr>
          <p:spPr bwMode="auto">
            <a:xfrm>
              <a:off x="16713200" y="17774179"/>
              <a:ext cx="13607256" cy="3531079"/>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40000" tIns="240000" rIns="240000" bIns="240000" anchor="t"/>
            <a:lstStyle/>
            <a:p>
              <a:pPr>
                <a:spcBef>
                  <a:spcPct val="50000"/>
                </a:spcBef>
              </a:pPr>
              <a:r>
                <a:rPr lang="en-GB" sz="2650" b="1" dirty="0">
                  <a:solidFill>
                    <a:srgbClr val="6A59C9"/>
                  </a:solidFill>
                  <a:latin typeface="Arial Rounded MT Bold"/>
                  <a:ea typeface="ＭＳ Ｐゴシック"/>
                </a:rPr>
                <a:t>CONCLUSION</a:t>
              </a:r>
            </a:p>
            <a:p>
              <a:endParaRPr lang="en-US" sz="1850" dirty="0">
                <a:latin typeface="Georgia"/>
              </a:endParaRPr>
            </a:p>
            <a:p>
              <a:r>
                <a:rPr lang="en-US" sz="1800" dirty="0">
                  <a:latin typeface="Georgia"/>
                  <a:ea typeface="ＭＳ Ｐゴシック"/>
                  <a:cs typeface="Arial"/>
                </a:rPr>
                <a:t>This platform enhances language learning by providing personalized, interactive experiences. AI-generated stories,</a:t>
              </a:r>
              <a:endParaRPr lang="en-US" sz="1800" dirty="0">
                <a:latin typeface="Georgia"/>
                <a:cs typeface="Arial"/>
              </a:endParaRPr>
            </a:p>
            <a:p>
              <a:r>
                <a:rPr lang="en-US" sz="1800" dirty="0">
                  <a:latin typeface="Georgia"/>
                  <a:ea typeface="ＭＳ Ｐゴシック"/>
                  <a:cs typeface="Arial"/>
                </a:rPr>
                <a:t> along with audio and images, help users engage with vocabulary in context. This approach makes learning more efficient, </a:t>
              </a:r>
              <a:endParaRPr lang="en-US" sz="1800" dirty="0">
                <a:latin typeface="Georgia"/>
                <a:cs typeface="Arial"/>
              </a:endParaRPr>
            </a:p>
            <a:p>
              <a:r>
                <a:rPr lang="en-US" sz="1800" dirty="0">
                  <a:latin typeface="Georgia"/>
                  <a:ea typeface="ＭＳ Ｐゴシック"/>
                  <a:cs typeface="Arial"/>
                </a:rPr>
                <a:t> enjoyable, and accessible for learners at any level.</a:t>
              </a:r>
              <a:br>
                <a:rPr lang="en-US" sz="6100" dirty="0">
                  <a:latin typeface="Georgia"/>
                  <a:ea typeface="ＭＳ Ｐゴシック"/>
                  <a:cs typeface="Arial"/>
                </a:rPr>
              </a:br>
              <a:endParaRPr lang="en-US" sz="1800" dirty="0">
                <a:latin typeface="Georgia"/>
              </a:endParaRPr>
            </a:p>
            <a:p>
              <a:r>
                <a:rPr lang="en-US" sz="1800" b="1" dirty="0">
                  <a:latin typeface="Georgia"/>
                  <a:ea typeface="ＭＳ Ｐゴシック"/>
                </a:rPr>
                <a:t>Future Work</a:t>
              </a:r>
            </a:p>
            <a:p>
              <a:pPr marL="285750" indent="-285750">
                <a:buFont typeface="Arial"/>
                <a:buChar char="•"/>
              </a:pPr>
              <a:r>
                <a:rPr lang="en-US" sz="1800" dirty="0">
                  <a:latin typeface="Georgia"/>
                  <a:ea typeface="ＭＳ Ｐゴシック"/>
                </a:rPr>
                <a:t>Quizzes &amp; Testing: To evaluate user progress.</a:t>
              </a:r>
            </a:p>
            <a:p>
              <a:pPr marL="285750" indent="-285750">
                <a:buFont typeface="Arial"/>
                <a:buChar char="•"/>
              </a:pPr>
              <a:r>
                <a:rPr lang="en-US" sz="1800" dirty="0">
                  <a:latin typeface="Georgia"/>
                  <a:ea typeface="ＭＳ Ｐゴシック"/>
                </a:rPr>
                <a:t>More Languages &amp; Content: Expand available resources.</a:t>
              </a:r>
            </a:p>
            <a:p>
              <a:pPr marL="285750" indent="-285750">
                <a:buFont typeface="Arial"/>
                <a:buChar char="•"/>
              </a:pPr>
              <a:r>
                <a:rPr lang="en-US" sz="1800" dirty="0">
                  <a:latin typeface="Georgia"/>
                  <a:ea typeface="ＭＳ Ｐゴシック"/>
                </a:rPr>
                <a:t>Advanced AI Features: Include real-time translation and grammar exercises.</a:t>
              </a:r>
            </a:p>
            <a:p>
              <a:pPr marL="285750" indent="-285750">
                <a:buFont typeface="Arial"/>
                <a:buChar char="•"/>
              </a:pPr>
              <a:r>
                <a:rPr lang="en-US" sz="1800" dirty="0">
                  <a:latin typeface="Georgia"/>
                  <a:ea typeface="ＭＳ Ｐゴシック"/>
                </a:rPr>
                <a:t>Speech Recognition: For pronunciation practice.</a:t>
              </a:r>
            </a:p>
            <a:p>
              <a:endParaRPr lang="en-US" sz="1800" dirty="0">
                <a:latin typeface="Georgia" charset="0"/>
                <a:cs typeface="Georgia" charset="0"/>
              </a:endParaRPr>
            </a:p>
            <a:p>
              <a:endParaRPr lang="en-US" sz="1800" dirty="0">
                <a:latin typeface="Georgia" charset="0"/>
                <a:cs typeface="Georgia" charset="0"/>
              </a:endParaRPr>
            </a:p>
          </p:txBody>
        </p:sp>
        <p:sp>
          <p:nvSpPr>
            <p:cNvPr id="14356" name="Text Box 22"/>
            <p:cNvSpPr txBox="1">
              <a:spLocks noChangeArrowheads="1"/>
            </p:cNvSpPr>
            <p:nvPr/>
          </p:nvSpPr>
          <p:spPr bwMode="auto">
            <a:xfrm>
              <a:off x="17290110" y="16268115"/>
              <a:ext cx="5087030" cy="7347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0000" tIns="120000" rIns="120000" bIns="120000" anchor="t">
              <a:spAutoFit/>
            </a:bodyPr>
            <a:lstStyle>
              <a:lvl1pPr eaLnBrk="0" hangingPunct="0">
                <a:defRPr sz="8600">
                  <a:solidFill>
                    <a:schemeClr val="tx1"/>
                  </a:solidFill>
                  <a:latin typeface="Arial" charset="0"/>
                  <a:ea typeface="ＭＳ Ｐゴシック" charset="0"/>
                  <a:cs typeface="ＭＳ Ｐゴシック" charset="0"/>
                </a:defRPr>
              </a:lvl1pPr>
              <a:lvl2pPr marL="742950" indent="-285750" eaLnBrk="0" hangingPunct="0">
                <a:defRPr sz="8600">
                  <a:solidFill>
                    <a:schemeClr val="tx1"/>
                  </a:solidFill>
                  <a:latin typeface="Arial" charset="0"/>
                  <a:ea typeface="ＭＳ Ｐゴシック" charset="0"/>
                </a:defRPr>
              </a:lvl2pPr>
              <a:lvl3pPr marL="1143000" indent="-228600" eaLnBrk="0" hangingPunct="0">
                <a:defRPr sz="8600">
                  <a:solidFill>
                    <a:schemeClr val="tx1"/>
                  </a:solidFill>
                  <a:latin typeface="Arial" charset="0"/>
                  <a:ea typeface="ＭＳ Ｐゴシック" charset="0"/>
                </a:defRPr>
              </a:lvl3pPr>
              <a:lvl4pPr marL="1600200" indent="-228600" eaLnBrk="0" hangingPunct="0">
                <a:defRPr sz="8600">
                  <a:solidFill>
                    <a:schemeClr val="tx1"/>
                  </a:solidFill>
                  <a:latin typeface="Arial" charset="0"/>
                  <a:ea typeface="ＭＳ Ｐゴシック" charset="0"/>
                </a:defRPr>
              </a:lvl4pPr>
              <a:lvl5pPr marL="2057400" indent="-228600" eaLnBrk="0" hangingPunct="0">
                <a:defRPr sz="8600">
                  <a:solidFill>
                    <a:schemeClr val="tx1"/>
                  </a:solidFill>
                  <a:latin typeface="Arial" charset="0"/>
                  <a:ea typeface="ＭＳ Ｐゴシック" charset="0"/>
                </a:defRPr>
              </a:lvl5pPr>
              <a:lvl6pPr marL="2514600" indent="-228600" defTabSz="2193925" eaLnBrk="0" fontAlgn="base" hangingPunct="0">
                <a:spcBef>
                  <a:spcPct val="0"/>
                </a:spcBef>
                <a:spcAft>
                  <a:spcPct val="0"/>
                </a:spcAft>
                <a:defRPr sz="8600">
                  <a:solidFill>
                    <a:schemeClr val="tx1"/>
                  </a:solidFill>
                  <a:latin typeface="Arial" charset="0"/>
                  <a:ea typeface="ＭＳ Ｐゴシック" charset="0"/>
                </a:defRPr>
              </a:lvl6pPr>
              <a:lvl7pPr marL="2971800" indent="-228600" defTabSz="2193925" eaLnBrk="0" fontAlgn="base" hangingPunct="0">
                <a:spcBef>
                  <a:spcPct val="0"/>
                </a:spcBef>
                <a:spcAft>
                  <a:spcPct val="0"/>
                </a:spcAft>
                <a:defRPr sz="8600">
                  <a:solidFill>
                    <a:schemeClr val="tx1"/>
                  </a:solidFill>
                  <a:latin typeface="Arial" charset="0"/>
                  <a:ea typeface="ＭＳ Ｐゴシック" charset="0"/>
                </a:defRPr>
              </a:lvl7pPr>
              <a:lvl8pPr marL="3429000" indent="-228600" defTabSz="2193925" eaLnBrk="0" fontAlgn="base" hangingPunct="0">
                <a:spcBef>
                  <a:spcPct val="0"/>
                </a:spcBef>
                <a:spcAft>
                  <a:spcPct val="0"/>
                </a:spcAft>
                <a:defRPr sz="8600">
                  <a:solidFill>
                    <a:schemeClr val="tx1"/>
                  </a:solidFill>
                  <a:latin typeface="Arial" charset="0"/>
                  <a:ea typeface="ＭＳ Ｐゴシック" charset="0"/>
                </a:defRPr>
              </a:lvl8pPr>
              <a:lvl9pPr marL="3886200" indent="-228600" defTabSz="2193925" eaLnBrk="0" fontAlgn="base" hangingPunct="0">
                <a:spcBef>
                  <a:spcPct val="0"/>
                </a:spcBef>
                <a:spcAft>
                  <a:spcPct val="0"/>
                </a:spcAft>
                <a:defRPr sz="8600">
                  <a:solidFill>
                    <a:schemeClr val="tx1"/>
                  </a:solidFill>
                  <a:latin typeface="Arial" charset="0"/>
                  <a:ea typeface="ＭＳ Ｐゴシック" charset="0"/>
                </a:defRPr>
              </a:lvl9pPr>
            </a:lstStyle>
            <a:p>
              <a:r>
                <a:rPr lang="en-AU" sz="1600" i="1" dirty="0">
                  <a:latin typeface="Georgia"/>
                  <a:ea typeface="ＭＳ Ｐゴシック"/>
                </a:rPr>
                <a:t>On the home page, users are greeted by our mascot and can switch between English, Spanish, and Mandarin</a:t>
              </a:r>
              <a:endParaRPr lang="en-AU" sz="1600" i="1" dirty="0">
                <a:latin typeface="Georgia"/>
              </a:endParaRPr>
            </a:p>
          </p:txBody>
        </p:sp>
        <p:sp>
          <p:nvSpPr>
            <p:cNvPr id="5" name="Rectangle 4">
              <a:extLst>
                <a:ext uri="{FF2B5EF4-FFF2-40B4-BE49-F238E27FC236}">
                  <a16:creationId xmlns:a16="http://schemas.microsoft.com/office/drawing/2014/main" id="{C14D77C9-19D3-4ACB-BAF0-422A64717911}"/>
                </a:ext>
              </a:extLst>
            </p:cNvPr>
            <p:cNvSpPr/>
            <p:nvPr/>
          </p:nvSpPr>
          <p:spPr>
            <a:xfrm>
              <a:off x="1828800" y="2472268"/>
              <a:ext cx="29260800" cy="524933"/>
            </a:xfrm>
            <a:prstGeom prst="rect">
              <a:avLst/>
            </a:prstGeom>
            <a:solidFill>
              <a:srgbClr val="927FFF"/>
            </a:solidFill>
            <a:ln>
              <a:solidFill>
                <a:srgbClr val="675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095"/>
            </a:p>
          </p:txBody>
        </p:sp>
      </p:grpSp>
      <p:pic>
        <p:nvPicPr>
          <p:cNvPr id="1028" name="Picture 4" descr="https://northcentralus1-mediap.svc.ms/transform/thumbnail?provider=spo&amp;inputFormat=png&amp;cs=fFNQTw&amp;docid=https%3A%2F%2Futrgv.sharepoint.com%3A443%2F_api%2Fv2.0%2Fdrives%2Fb!ugMUeFyrOEWfspSigu6Cz8F74lvajgBEodEPSWGSQp5CkDTgZVBZS40qHY1Ht2lr%2Fitems%2F01DZCUNZAQRUAW5HHGHZA2M27FGUJURHJC%3Fversion%3DPublished&amp;access_token=eyJ0eXAiOiJKV1QiLCJhbGciOiJub25lIn0.eyJhdWQiOiIwMDAwMDAwMy0wMDAwLTBmZjEtY2UwMC0wMDAwMDAwMDAwMDAvdXRyZ3Yuc2hhcmVwb2ludC5jb21AOTkwNDM2YTYtODdkZi00OTFjLTkxMjQtOWFmYTkxZjg4ODI3IiwiaXNzIjoiMDAwMDAwMDMtMDAwMC0wZmYxLWNlMDAtMDAwMDAwMDAwMDAwIiwibmJmIjoiMTU1MTkzNzkxMiIsImV4cCI6IjE1NTE5NTk1MTIiLCJlbmRwb2ludHVybCI6ImFsYkNTbXRFNnRCNURWaDdoRmlpZ3QvTi9DdVlRanlDOFZoSE9HVWxpYmM9IiwiZW5kcG9pbnR1cmxMZW5ndGgiOiIxMTIiLCJpc2xvb3BiYWNrIjoiVHJ1ZSIsImNpZCI6Ik1qRTRaV00yT1dVdE1qQTNOQzA0TURBd0xUQTRaVGN0TlRZd01EQTBaREV6WWpBMyIsInZlciI6Imhhc2hlZHByb29mdG9rZW4iLCJzaXRlaWQiOiJOemd4TkRBelltRXRZV0kxWXkwME5UTTRMVGxtWWpJdE9UUmhNamd5WldVNE1tTm0iLCJuYW1laWQiOiIwIy5mfG1lbWJlcnNoaXB8ZW1tZXR0LnRvbWFpQHV0cmd2LmVkdSIsIm5paSI6Im1pY3Jvc29mdC5zaGFyZXBvaW50IiwiaXN1c2VyIjoidHJ1ZSIsImNhY2hla2V5IjoiMGguZnxtZW1iZXJzaGlwfDEwMDMzZmZmOTAyMGNhMjBAbGl2ZS5jb20iLCJ0dCI6IjAiLCJ1c2VQZXJzaXN0ZW50Q29va2llIjoiMiJ9.L0d5YytwMndzdmNQc3NIdlZjejNvZ1gyM0lVZUlFQlFheUU2V2pteEVIRT0&amp;encodeFailures=1&amp;width=1408&amp;height=834&amp;srcWidth=&amp;srcHeight=">
            <a:extLst>
              <a:ext uri="{FF2B5EF4-FFF2-40B4-BE49-F238E27FC236}">
                <a16:creationId xmlns:a16="http://schemas.microsoft.com/office/drawing/2014/main" id="{24B173BC-C796-487F-95F4-40D38DC5BD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0" y="148168"/>
            <a:ext cx="8940800" cy="2095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cartoon of a book&#10;&#10;AI-generated content may be incorrect.">
            <a:extLst>
              <a:ext uri="{FF2B5EF4-FFF2-40B4-BE49-F238E27FC236}">
                <a16:creationId xmlns:a16="http://schemas.microsoft.com/office/drawing/2014/main" id="{78CFF957-241B-AF7A-C86B-1991CAFC0AAD}"/>
              </a:ext>
            </a:extLst>
          </p:cNvPr>
          <p:cNvPicPr>
            <a:picLocks noChangeAspect="1"/>
          </p:cNvPicPr>
          <p:nvPr/>
        </p:nvPicPr>
        <p:blipFill>
          <a:blip r:embed="rId3"/>
          <a:stretch>
            <a:fillRect/>
          </a:stretch>
        </p:blipFill>
        <p:spPr>
          <a:xfrm flipH="1">
            <a:off x="28664757" y="17729864"/>
            <a:ext cx="3385779" cy="3439230"/>
          </a:xfrm>
          <a:prstGeom prst="rect">
            <a:avLst/>
          </a:prstGeom>
        </p:spPr>
      </p:pic>
      <p:pic>
        <p:nvPicPr>
          <p:cNvPr id="10" name="Picture 9" descr="File:Figma-logo.svg - Wikimedia Commons">
            <a:extLst>
              <a:ext uri="{FF2B5EF4-FFF2-40B4-BE49-F238E27FC236}">
                <a16:creationId xmlns:a16="http://schemas.microsoft.com/office/drawing/2014/main" id="{DB85A7BF-31E6-7086-4182-F432C9C8131A}"/>
              </a:ext>
            </a:extLst>
          </p:cNvPr>
          <p:cNvPicPr>
            <a:picLocks noChangeAspect="1"/>
          </p:cNvPicPr>
          <p:nvPr/>
        </p:nvPicPr>
        <p:blipFill>
          <a:blip r:embed="rId4"/>
          <a:stretch>
            <a:fillRect/>
          </a:stretch>
        </p:blipFill>
        <p:spPr>
          <a:xfrm>
            <a:off x="17385350" y="9806728"/>
            <a:ext cx="1009628" cy="1447058"/>
          </a:xfrm>
          <a:prstGeom prst="rect">
            <a:avLst/>
          </a:prstGeom>
        </p:spPr>
      </p:pic>
      <p:pic>
        <p:nvPicPr>
          <p:cNvPr id="3" name="Picture 2">
            <a:extLst>
              <a:ext uri="{FF2B5EF4-FFF2-40B4-BE49-F238E27FC236}">
                <a16:creationId xmlns:a16="http://schemas.microsoft.com/office/drawing/2014/main" id="{D3813DA3-5662-6A8B-CFA7-EC32D0FA22B1}"/>
              </a:ext>
            </a:extLst>
          </p:cNvPr>
          <p:cNvPicPr>
            <a:picLocks noChangeAspect="1"/>
          </p:cNvPicPr>
          <p:nvPr/>
        </p:nvPicPr>
        <p:blipFill>
          <a:blip r:embed="rId5"/>
          <a:stretch>
            <a:fillRect/>
          </a:stretch>
        </p:blipFill>
        <p:spPr>
          <a:xfrm>
            <a:off x="1216521" y="15348059"/>
            <a:ext cx="843596" cy="796450"/>
          </a:xfrm>
          <a:prstGeom prst="rect">
            <a:avLst/>
          </a:prstGeom>
        </p:spPr>
      </p:pic>
      <p:pic>
        <p:nvPicPr>
          <p:cNvPr id="6" name="Picture 5">
            <a:extLst>
              <a:ext uri="{FF2B5EF4-FFF2-40B4-BE49-F238E27FC236}">
                <a16:creationId xmlns:a16="http://schemas.microsoft.com/office/drawing/2014/main" id="{2D0F7B73-8A2E-C0AD-5757-969CACA77433}"/>
              </a:ext>
            </a:extLst>
          </p:cNvPr>
          <p:cNvPicPr>
            <a:picLocks noChangeAspect="1"/>
          </p:cNvPicPr>
          <p:nvPr/>
        </p:nvPicPr>
        <p:blipFill>
          <a:blip r:embed="rId6"/>
          <a:stretch>
            <a:fillRect/>
          </a:stretch>
        </p:blipFill>
        <p:spPr>
          <a:xfrm>
            <a:off x="1250430" y="16523509"/>
            <a:ext cx="792449" cy="737344"/>
          </a:xfrm>
          <a:prstGeom prst="rect">
            <a:avLst/>
          </a:prstGeom>
        </p:spPr>
      </p:pic>
      <p:pic>
        <p:nvPicPr>
          <p:cNvPr id="11" name="Picture 10" descr="A blue gear with a black background&#10;&#10;AI-generated content may be incorrect.">
            <a:extLst>
              <a:ext uri="{FF2B5EF4-FFF2-40B4-BE49-F238E27FC236}">
                <a16:creationId xmlns:a16="http://schemas.microsoft.com/office/drawing/2014/main" id="{59BC69EF-6007-ADC6-6B7E-3E43CDCF5482}"/>
              </a:ext>
            </a:extLst>
          </p:cNvPr>
          <p:cNvPicPr>
            <a:picLocks noChangeAspect="1"/>
          </p:cNvPicPr>
          <p:nvPr/>
        </p:nvPicPr>
        <p:blipFill>
          <a:blip r:embed="rId7"/>
          <a:stretch>
            <a:fillRect/>
          </a:stretch>
        </p:blipFill>
        <p:spPr>
          <a:xfrm>
            <a:off x="1192599" y="17724073"/>
            <a:ext cx="846791" cy="846791"/>
          </a:xfrm>
          <a:prstGeom prst="rect">
            <a:avLst/>
          </a:prstGeom>
        </p:spPr>
      </p:pic>
      <p:pic>
        <p:nvPicPr>
          <p:cNvPr id="12" name="Picture 11" descr="A screenshot of a computer screen&#10;&#10;AI-generated content may be incorrect.">
            <a:extLst>
              <a:ext uri="{FF2B5EF4-FFF2-40B4-BE49-F238E27FC236}">
                <a16:creationId xmlns:a16="http://schemas.microsoft.com/office/drawing/2014/main" id="{CDE96B15-0446-EC86-8CFC-4D6D11172887}"/>
              </a:ext>
            </a:extLst>
          </p:cNvPr>
          <p:cNvPicPr>
            <a:picLocks noChangeAspect="1"/>
          </p:cNvPicPr>
          <p:nvPr/>
        </p:nvPicPr>
        <p:blipFill>
          <a:blip r:embed="rId8"/>
          <a:stretch>
            <a:fillRect/>
          </a:stretch>
        </p:blipFill>
        <p:spPr>
          <a:xfrm>
            <a:off x="9397099" y="17828403"/>
            <a:ext cx="6418960" cy="2524665"/>
          </a:xfrm>
          <a:prstGeom prst="rect">
            <a:avLst/>
          </a:prstGeom>
        </p:spPr>
      </p:pic>
      <p:pic>
        <p:nvPicPr>
          <p:cNvPr id="13" name="Picture 12">
            <a:extLst>
              <a:ext uri="{FF2B5EF4-FFF2-40B4-BE49-F238E27FC236}">
                <a16:creationId xmlns:a16="http://schemas.microsoft.com/office/drawing/2014/main" id="{BBF20E85-26D6-0AD3-F3A0-03D6047E4715}"/>
              </a:ext>
            </a:extLst>
          </p:cNvPr>
          <p:cNvPicPr>
            <a:picLocks noChangeAspect="1"/>
          </p:cNvPicPr>
          <p:nvPr/>
        </p:nvPicPr>
        <p:blipFill>
          <a:blip r:embed="rId9"/>
          <a:stretch>
            <a:fillRect/>
          </a:stretch>
        </p:blipFill>
        <p:spPr>
          <a:xfrm>
            <a:off x="1244002" y="18973429"/>
            <a:ext cx="846793" cy="906643"/>
          </a:xfrm>
          <a:prstGeom prst="rect">
            <a:avLst/>
          </a:prstGeom>
        </p:spPr>
      </p:pic>
      <p:pic>
        <p:nvPicPr>
          <p:cNvPr id="15" name="Picture 14">
            <a:extLst>
              <a:ext uri="{FF2B5EF4-FFF2-40B4-BE49-F238E27FC236}">
                <a16:creationId xmlns:a16="http://schemas.microsoft.com/office/drawing/2014/main" id="{CDF3D4E2-74B7-B493-4D9E-F071D08FD434}"/>
              </a:ext>
            </a:extLst>
          </p:cNvPr>
          <p:cNvPicPr>
            <a:picLocks noChangeAspect="1"/>
          </p:cNvPicPr>
          <p:nvPr/>
        </p:nvPicPr>
        <p:blipFill>
          <a:blip r:embed="rId10"/>
          <a:stretch>
            <a:fillRect/>
          </a:stretch>
        </p:blipFill>
        <p:spPr>
          <a:xfrm>
            <a:off x="1252451" y="20237130"/>
            <a:ext cx="866742" cy="886692"/>
          </a:xfrm>
          <a:prstGeom prst="rect">
            <a:avLst/>
          </a:prstGeom>
        </p:spPr>
      </p:pic>
      <p:pic>
        <p:nvPicPr>
          <p:cNvPr id="26" name="Picture 25" descr="A screenshot of a computer&#10;&#10;AI-generated content may be incorrect.">
            <a:extLst>
              <a:ext uri="{FF2B5EF4-FFF2-40B4-BE49-F238E27FC236}">
                <a16:creationId xmlns:a16="http://schemas.microsoft.com/office/drawing/2014/main" id="{9DD5A505-6E32-D742-F2EB-A68549D6448C}"/>
              </a:ext>
            </a:extLst>
          </p:cNvPr>
          <p:cNvPicPr>
            <a:picLocks noChangeAspect="1"/>
          </p:cNvPicPr>
          <p:nvPr/>
        </p:nvPicPr>
        <p:blipFill>
          <a:blip r:embed="rId11"/>
          <a:stretch>
            <a:fillRect/>
          </a:stretch>
        </p:blipFill>
        <p:spPr>
          <a:xfrm>
            <a:off x="9287686" y="10385217"/>
            <a:ext cx="6408801" cy="2129828"/>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ED6A075F-E31F-ECA4-7765-DE893CB29903}"/>
              </a:ext>
            </a:extLst>
          </p:cNvPr>
          <p:cNvPicPr>
            <a:picLocks noChangeAspect="1"/>
          </p:cNvPicPr>
          <p:nvPr/>
        </p:nvPicPr>
        <p:blipFill>
          <a:blip r:embed="rId12"/>
          <a:stretch>
            <a:fillRect/>
          </a:stretch>
        </p:blipFill>
        <p:spPr>
          <a:xfrm>
            <a:off x="9311406" y="13301214"/>
            <a:ext cx="6424906" cy="1715219"/>
          </a:xfrm>
          <a:prstGeom prst="rect">
            <a:avLst/>
          </a:prstGeom>
        </p:spPr>
      </p:pic>
      <p:sp>
        <p:nvSpPr>
          <p:cNvPr id="29" name="Rectangle 51">
            <a:extLst>
              <a:ext uri="{FF2B5EF4-FFF2-40B4-BE49-F238E27FC236}">
                <a16:creationId xmlns:a16="http://schemas.microsoft.com/office/drawing/2014/main" id="{4ADABDB6-258B-14CC-988D-4C160E637D77}"/>
              </a:ext>
            </a:extLst>
          </p:cNvPr>
          <p:cNvSpPr>
            <a:spLocks noChangeArrowheads="1"/>
          </p:cNvSpPr>
          <p:nvPr/>
        </p:nvSpPr>
        <p:spPr bwMode="auto">
          <a:xfrm>
            <a:off x="24809533" y="3445058"/>
            <a:ext cx="7369704" cy="14148642"/>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40000" tIns="240000" rIns="240000" bIns="240000" anchor="t"/>
          <a:lstStyle/>
          <a:p>
            <a:pPr>
              <a:spcBef>
                <a:spcPct val="50000"/>
              </a:spcBef>
            </a:pPr>
            <a:r>
              <a:rPr lang="en-GB" sz="2650" b="1">
                <a:solidFill>
                  <a:srgbClr val="6A59C9"/>
                </a:solidFill>
                <a:latin typeface="Arial Rounded MT Bold"/>
                <a:ea typeface="ＭＳ Ｐゴシック"/>
              </a:rPr>
              <a:t>RESULTS/PROGRESS</a:t>
            </a:r>
          </a:p>
          <a:p>
            <a:endParaRPr lang="en-US" sz="1867">
              <a:latin typeface="Georgia" charset="0"/>
              <a:cs typeface="Georgia" charset="0"/>
            </a:endParaRPr>
          </a:p>
          <a:p>
            <a:pPr lvl="0"/>
            <a:endParaRPr lang="en-US" sz="2200" b="1">
              <a:latin typeface="Georgia"/>
              <a:ea typeface="ＭＳ Ｐゴシック"/>
            </a:endParaRPr>
          </a:p>
          <a:p>
            <a:pPr marL="285750" indent="-285750">
              <a:buFont typeface="Arial"/>
              <a:buChar char="•"/>
            </a:pPr>
            <a:endParaRPr lang="en-US" sz="2000">
              <a:solidFill>
                <a:srgbClr val="131F33"/>
              </a:solidFill>
              <a:latin typeface="Arial"/>
              <a:ea typeface="ＭＳ Ｐゴシック"/>
              <a:cs typeface="Arial"/>
            </a:endParaRPr>
          </a:p>
          <a:p>
            <a:pPr marL="285750" indent="-285750">
              <a:buFont typeface="Arial"/>
              <a:buChar char="•"/>
            </a:pPr>
            <a:endParaRPr lang="en-US" sz="2000">
              <a:solidFill>
                <a:srgbClr val="131F33"/>
              </a:solidFill>
              <a:latin typeface="Arial"/>
              <a:ea typeface="ＭＳ Ｐゴシック"/>
              <a:cs typeface="Arial"/>
            </a:endParaRPr>
          </a:p>
          <a:p>
            <a:pPr marL="285750" indent="-285750">
              <a:buFont typeface="Arial"/>
              <a:buChar char="•"/>
            </a:pPr>
            <a:endParaRPr lang="en-US" sz="2000">
              <a:solidFill>
                <a:srgbClr val="131F33"/>
              </a:solidFill>
              <a:latin typeface="Arial"/>
              <a:ea typeface="ＭＳ Ｐゴシック"/>
              <a:cs typeface="Arial"/>
            </a:endParaRPr>
          </a:p>
          <a:p>
            <a:pPr marL="285750" indent="-285750">
              <a:buFont typeface="Arial"/>
              <a:buChar char="•"/>
            </a:pPr>
            <a:endParaRPr lang="en-US" sz="2000">
              <a:solidFill>
                <a:srgbClr val="131F33"/>
              </a:solidFill>
              <a:latin typeface="Arial"/>
              <a:ea typeface="ＭＳ Ｐゴシック"/>
              <a:cs typeface="Arial"/>
            </a:endParaRPr>
          </a:p>
          <a:p>
            <a:pPr marL="285750" indent="-285750">
              <a:buFont typeface="Arial"/>
              <a:buChar char="•"/>
            </a:pPr>
            <a:endParaRPr lang="en-US" sz="2000">
              <a:solidFill>
                <a:srgbClr val="131F33"/>
              </a:solidFill>
              <a:latin typeface="Arial"/>
              <a:ea typeface="ＭＳ Ｐゴシック"/>
              <a:cs typeface="Arial"/>
            </a:endParaRPr>
          </a:p>
          <a:p>
            <a:pPr marL="285750" indent="-285750">
              <a:buFont typeface="Arial"/>
              <a:buChar char="•"/>
            </a:pPr>
            <a:endParaRPr lang="en-US" sz="2000">
              <a:solidFill>
                <a:srgbClr val="131F33"/>
              </a:solidFill>
              <a:latin typeface="Arial"/>
              <a:ea typeface="ＭＳ Ｐゴシック"/>
              <a:cs typeface="Arial"/>
            </a:endParaRPr>
          </a:p>
          <a:p>
            <a:pPr marL="285750" indent="-285750">
              <a:buFont typeface="Arial"/>
              <a:buChar char="•"/>
            </a:pPr>
            <a:endParaRPr lang="en-US" sz="2000">
              <a:solidFill>
                <a:srgbClr val="131F33"/>
              </a:solidFill>
              <a:latin typeface="Arial"/>
              <a:ea typeface="ＭＳ Ｐゴシック"/>
              <a:cs typeface="Arial"/>
            </a:endParaRPr>
          </a:p>
          <a:p>
            <a:endParaRPr lang="en-US" sz="2000">
              <a:solidFill>
                <a:srgbClr val="131F33"/>
              </a:solidFill>
              <a:latin typeface="Arial"/>
              <a:ea typeface="ＭＳ Ｐゴシック"/>
              <a:cs typeface="Arial"/>
            </a:endParaRPr>
          </a:p>
          <a:p>
            <a:endParaRPr lang="en-US" sz="2000">
              <a:ea typeface="ＭＳ Ｐゴシック"/>
              <a:cs typeface="Arial"/>
            </a:endParaRPr>
          </a:p>
          <a:p>
            <a:endParaRPr lang="en-US" sz="2000" b="1">
              <a:solidFill>
                <a:srgbClr val="131F33"/>
              </a:solidFill>
              <a:latin typeface="Arial"/>
              <a:cs typeface="Arial"/>
            </a:endParaRPr>
          </a:p>
          <a:p>
            <a:endParaRPr lang="en-US" sz="2000" b="1">
              <a:solidFill>
                <a:srgbClr val="131F33"/>
              </a:solidFill>
              <a:latin typeface="Arial"/>
              <a:cs typeface="Arial"/>
            </a:endParaRPr>
          </a:p>
          <a:p>
            <a:endParaRPr lang="en-US" sz="2000" b="1">
              <a:solidFill>
                <a:srgbClr val="131F33"/>
              </a:solidFill>
              <a:latin typeface="Arial"/>
              <a:cs typeface="Arial"/>
            </a:endParaRPr>
          </a:p>
          <a:p>
            <a:endParaRPr lang="en-US" sz="2000" b="1">
              <a:solidFill>
                <a:srgbClr val="131F33"/>
              </a:solidFill>
              <a:latin typeface="Arial"/>
              <a:cs typeface="Arial"/>
            </a:endParaRPr>
          </a:p>
        </p:txBody>
      </p:sp>
      <p:pic>
        <p:nvPicPr>
          <p:cNvPr id="9" name="Picture 8">
            <a:extLst>
              <a:ext uri="{FF2B5EF4-FFF2-40B4-BE49-F238E27FC236}">
                <a16:creationId xmlns:a16="http://schemas.microsoft.com/office/drawing/2014/main" id="{E12532DF-2F03-CFEE-89FD-0E772C24E79D}"/>
              </a:ext>
            </a:extLst>
          </p:cNvPr>
          <p:cNvPicPr>
            <a:picLocks noChangeAspect="1"/>
          </p:cNvPicPr>
          <p:nvPr/>
        </p:nvPicPr>
        <p:blipFill>
          <a:blip r:embed="rId13"/>
          <a:srcRect l="832" r="-208" b="16358"/>
          <a:stretch/>
        </p:blipFill>
        <p:spPr>
          <a:xfrm>
            <a:off x="17388383" y="13010835"/>
            <a:ext cx="5636847" cy="3246258"/>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9DBEA6BE-C31B-60D0-0DAB-67107107D3B2}"/>
              </a:ext>
            </a:extLst>
          </p:cNvPr>
          <p:cNvPicPr>
            <a:picLocks noChangeAspect="1"/>
          </p:cNvPicPr>
          <p:nvPr/>
        </p:nvPicPr>
        <p:blipFill>
          <a:blip r:embed="rId14"/>
          <a:stretch>
            <a:fillRect/>
          </a:stretch>
        </p:blipFill>
        <p:spPr>
          <a:xfrm>
            <a:off x="24944864" y="8118411"/>
            <a:ext cx="6718542" cy="3646523"/>
          </a:xfrm>
          <a:prstGeom prst="rect">
            <a:avLst/>
          </a:prstGeom>
        </p:spPr>
      </p:pic>
      <p:sp>
        <p:nvSpPr>
          <p:cNvPr id="14" name="Text Box 22">
            <a:extLst>
              <a:ext uri="{FF2B5EF4-FFF2-40B4-BE49-F238E27FC236}">
                <a16:creationId xmlns:a16="http://schemas.microsoft.com/office/drawing/2014/main" id="{BE1064E7-7686-58D9-7660-C9DD019385D6}"/>
              </a:ext>
            </a:extLst>
          </p:cNvPr>
          <p:cNvSpPr txBox="1">
            <a:spLocks noChangeArrowheads="1"/>
          </p:cNvSpPr>
          <p:nvPr/>
        </p:nvSpPr>
        <p:spPr bwMode="auto">
          <a:xfrm>
            <a:off x="25299298" y="11441856"/>
            <a:ext cx="6113971" cy="7347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0000" tIns="120000" rIns="120000" bIns="120000" anchor="t">
            <a:spAutoFit/>
          </a:bodyPr>
          <a:lstStyle>
            <a:lvl1pPr eaLnBrk="0" hangingPunct="0">
              <a:defRPr sz="8600">
                <a:solidFill>
                  <a:schemeClr val="tx1"/>
                </a:solidFill>
                <a:latin typeface="Arial" charset="0"/>
                <a:ea typeface="ＭＳ Ｐゴシック" charset="0"/>
                <a:cs typeface="ＭＳ Ｐゴシック" charset="0"/>
              </a:defRPr>
            </a:lvl1pPr>
            <a:lvl2pPr marL="742950" indent="-285750" eaLnBrk="0" hangingPunct="0">
              <a:defRPr sz="8600">
                <a:solidFill>
                  <a:schemeClr val="tx1"/>
                </a:solidFill>
                <a:latin typeface="Arial" charset="0"/>
                <a:ea typeface="ＭＳ Ｐゴシック" charset="0"/>
              </a:defRPr>
            </a:lvl2pPr>
            <a:lvl3pPr marL="1143000" indent="-228600" eaLnBrk="0" hangingPunct="0">
              <a:defRPr sz="8600">
                <a:solidFill>
                  <a:schemeClr val="tx1"/>
                </a:solidFill>
                <a:latin typeface="Arial" charset="0"/>
                <a:ea typeface="ＭＳ Ｐゴシック" charset="0"/>
              </a:defRPr>
            </a:lvl3pPr>
            <a:lvl4pPr marL="1600200" indent="-228600" eaLnBrk="0" hangingPunct="0">
              <a:defRPr sz="8600">
                <a:solidFill>
                  <a:schemeClr val="tx1"/>
                </a:solidFill>
                <a:latin typeface="Arial" charset="0"/>
                <a:ea typeface="ＭＳ Ｐゴシック" charset="0"/>
              </a:defRPr>
            </a:lvl4pPr>
            <a:lvl5pPr marL="2057400" indent="-228600" eaLnBrk="0" hangingPunct="0">
              <a:defRPr sz="8600">
                <a:solidFill>
                  <a:schemeClr val="tx1"/>
                </a:solidFill>
                <a:latin typeface="Arial" charset="0"/>
                <a:ea typeface="ＭＳ Ｐゴシック" charset="0"/>
              </a:defRPr>
            </a:lvl5pPr>
            <a:lvl6pPr marL="2514600" indent="-228600" defTabSz="2193925" eaLnBrk="0" fontAlgn="base" hangingPunct="0">
              <a:spcBef>
                <a:spcPct val="0"/>
              </a:spcBef>
              <a:spcAft>
                <a:spcPct val="0"/>
              </a:spcAft>
              <a:defRPr sz="8600">
                <a:solidFill>
                  <a:schemeClr val="tx1"/>
                </a:solidFill>
                <a:latin typeface="Arial" charset="0"/>
                <a:ea typeface="ＭＳ Ｐゴシック" charset="0"/>
              </a:defRPr>
            </a:lvl6pPr>
            <a:lvl7pPr marL="2971800" indent="-228600" defTabSz="2193925" eaLnBrk="0" fontAlgn="base" hangingPunct="0">
              <a:spcBef>
                <a:spcPct val="0"/>
              </a:spcBef>
              <a:spcAft>
                <a:spcPct val="0"/>
              </a:spcAft>
              <a:defRPr sz="8600">
                <a:solidFill>
                  <a:schemeClr val="tx1"/>
                </a:solidFill>
                <a:latin typeface="Arial" charset="0"/>
                <a:ea typeface="ＭＳ Ｐゴシック" charset="0"/>
              </a:defRPr>
            </a:lvl7pPr>
            <a:lvl8pPr marL="3429000" indent="-228600" defTabSz="2193925" eaLnBrk="0" fontAlgn="base" hangingPunct="0">
              <a:spcBef>
                <a:spcPct val="0"/>
              </a:spcBef>
              <a:spcAft>
                <a:spcPct val="0"/>
              </a:spcAft>
              <a:defRPr sz="8600">
                <a:solidFill>
                  <a:schemeClr val="tx1"/>
                </a:solidFill>
                <a:latin typeface="Arial" charset="0"/>
                <a:ea typeface="ＭＳ Ｐゴシック" charset="0"/>
              </a:defRPr>
            </a:lvl8pPr>
            <a:lvl9pPr marL="3886200" indent="-228600" defTabSz="2193925" eaLnBrk="0" fontAlgn="base" hangingPunct="0">
              <a:spcBef>
                <a:spcPct val="0"/>
              </a:spcBef>
              <a:spcAft>
                <a:spcPct val="0"/>
              </a:spcAft>
              <a:defRPr sz="8600">
                <a:solidFill>
                  <a:schemeClr val="tx1"/>
                </a:solidFill>
                <a:latin typeface="Arial" charset="0"/>
                <a:ea typeface="ＭＳ Ｐゴシック" charset="0"/>
              </a:defRPr>
            </a:lvl9pPr>
          </a:lstStyle>
          <a:p>
            <a:r>
              <a:rPr lang="en-AU" sz="1600" i="1" dirty="0">
                <a:latin typeface="Times New Roman"/>
                <a:ea typeface="ＭＳ Ｐゴシック"/>
              </a:rPr>
              <a:t>On the success page, users can add vocab words to their list, generate a story with an image, and listen to audio.</a:t>
            </a:r>
            <a:endParaRPr lang="en-AU" sz="1600" i="1" dirty="0">
              <a:latin typeface="Times New Roman"/>
            </a:endParaRPr>
          </a:p>
        </p:txBody>
      </p:sp>
      <p:pic>
        <p:nvPicPr>
          <p:cNvPr id="16" name="Picture 15" descr="A purple background with white text&#10;&#10;AI-generated content may be incorrect.">
            <a:extLst>
              <a:ext uri="{FF2B5EF4-FFF2-40B4-BE49-F238E27FC236}">
                <a16:creationId xmlns:a16="http://schemas.microsoft.com/office/drawing/2014/main" id="{ECCD2C2D-B1D2-2F6E-8437-D19EE99A4522}"/>
              </a:ext>
            </a:extLst>
          </p:cNvPr>
          <p:cNvPicPr>
            <a:picLocks noChangeAspect="1"/>
          </p:cNvPicPr>
          <p:nvPr/>
        </p:nvPicPr>
        <p:blipFill>
          <a:blip r:embed="rId15"/>
          <a:stretch>
            <a:fillRect/>
          </a:stretch>
        </p:blipFill>
        <p:spPr>
          <a:xfrm>
            <a:off x="2692388" y="10965319"/>
            <a:ext cx="2914650" cy="1371600"/>
          </a:xfrm>
          <a:prstGeom prst="rect">
            <a:avLst/>
          </a:prstGeom>
        </p:spPr>
      </p:pic>
      <p:pic>
        <p:nvPicPr>
          <p:cNvPr id="17" name="Picture 16" descr="A green triangle logo&#10;&#10;AI-generated content may be incorrect.">
            <a:extLst>
              <a:ext uri="{FF2B5EF4-FFF2-40B4-BE49-F238E27FC236}">
                <a16:creationId xmlns:a16="http://schemas.microsoft.com/office/drawing/2014/main" id="{E3D1093C-81C1-ECA6-4902-6D68CD7A41E8}"/>
              </a:ext>
            </a:extLst>
          </p:cNvPr>
          <p:cNvPicPr>
            <a:picLocks noChangeAspect="1"/>
          </p:cNvPicPr>
          <p:nvPr/>
        </p:nvPicPr>
        <p:blipFill>
          <a:blip r:embed="rId16"/>
          <a:stretch>
            <a:fillRect/>
          </a:stretch>
        </p:blipFill>
        <p:spPr>
          <a:xfrm>
            <a:off x="21933787" y="10918911"/>
            <a:ext cx="1390304" cy="1484741"/>
          </a:xfrm>
          <a:prstGeom prst="rect">
            <a:avLst/>
          </a:prstGeom>
        </p:spPr>
      </p:pic>
      <p:pic>
        <p:nvPicPr>
          <p:cNvPr id="19" name="Picture 18" descr="File:OpenAI Logo.svg - Wikimedia Commons">
            <a:extLst>
              <a:ext uri="{FF2B5EF4-FFF2-40B4-BE49-F238E27FC236}">
                <a16:creationId xmlns:a16="http://schemas.microsoft.com/office/drawing/2014/main" id="{FDB16F88-1A8C-F9DA-4D2B-A16BB7AF0848}"/>
              </a:ext>
            </a:extLst>
          </p:cNvPr>
          <p:cNvPicPr>
            <a:picLocks noChangeAspect="1"/>
          </p:cNvPicPr>
          <p:nvPr/>
        </p:nvPicPr>
        <p:blipFill>
          <a:blip r:embed="rId17"/>
          <a:srcRect l="-3846" t="-12621" r="70192" b="-5020"/>
          <a:stretch/>
        </p:blipFill>
        <p:spPr>
          <a:xfrm>
            <a:off x="18391722" y="11249101"/>
            <a:ext cx="1209320" cy="1248508"/>
          </a:xfrm>
          <a:prstGeom prst="rect">
            <a:avLst/>
          </a:prstGeom>
        </p:spPr>
      </p:pic>
      <p:pic>
        <p:nvPicPr>
          <p:cNvPr id="30" name="Picture 29" descr="Fireworks.ai Delivers 4x Throughput for Generative AI and Cuts Latency ...">
            <a:extLst>
              <a:ext uri="{FF2B5EF4-FFF2-40B4-BE49-F238E27FC236}">
                <a16:creationId xmlns:a16="http://schemas.microsoft.com/office/drawing/2014/main" id="{1DD5A71A-EBDA-5AEE-0CC5-61E1017AD270}"/>
              </a:ext>
            </a:extLst>
          </p:cNvPr>
          <p:cNvPicPr>
            <a:picLocks noChangeAspect="1"/>
          </p:cNvPicPr>
          <p:nvPr/>
        </p:nvPicPr>
        <p:blipFill>
          <a:blip r:embed="rId18"/>
          <a:srcRect t="-36730" r="75805" b="-58027"/>
          <a:stretch/>
        </p:blipFill>
        <p:spPr>
          <a:xfrm>
            <a:off x="20201631" y="9828081"/>
            <a:ext cx="1437248" cy="1249774"/>
          </a:xfrm>
          <a:prstGeom prst="rect">
            <a:avLst/>
          </a:prstGeom>
        </p:spPr>
      </p:pic>
      <p:pic>
        <p:nvPicPr>
          <p:cNvPr id="28" name="Picture 27" descr="A screenshot of a contact us&#10;&#10;AI-generated content may be incorrect.">
            <a:extLst>
              <a:ext uri="{FF2B5EF4-FFF2-40B4-BE49-F238E27FC236}">
                <a16:creationId xmlns:a16="http://schemas.microsoft.com/office/drawing/2014/main" id="{DF0B28D1-0C66-2BA3-9341-C7019D0F13FA}"/>
              </a:ext>
            </a:extLst>
          </p:cNvPr>
          <p:cNvPicPr>
            <a:picLocks noChangeAspect="1"/>
          </p:cNvPicPr>
          <p:nvPr/>
        </p:nvPicPr>
        <p:blipFill>
          <a:blip r:embed="rId19"/>
          <a:stretch>
            <a:fillRect/>
          </a:stretch>
        </p:blipFill>
        <p:spPr>
          <a:xfrm>
            <a:off x="28304135" y="4285206"/>
            <a:ext cx="3400045" cy="3192435"/>
          </a:xfrm>
          <a:prstGeom prst="rect">
            <a:avLst/>
          </a:prstGeom>
        </p:spPr>
      </p:pic>
      <p:pic>
        <p:nvPicPr>
          <p:cNvPr id="31" name="Picture 30" descr="A screenshot of a login form&#10;&#10;AI-generated content may be incorrect.">
            <a:extLst>
              <a:ext uri="{FF2B5EF4-FFF2-40B4-BE49-F238E27FC236}">
                <a16:creationId xmlns:a16="http://schemas.microsoft.com/office/drawing/2014/main" id="{190FEE2D-FFBF-64E6-9AC6-C4E148DCFE72}"/>
              </a:ext>
            </a:extLst>
          </p:cNvPr>
          <p:cNvPicPr>
            <a:picLocks noChangeAspect="1"/>
          </p:cNvPicPr>
          <p:nvPr/>
        </p:nvPicPr>
        <p:blipFill>
          <a:blip r:embed="rId20"/>
          <a:stretch>
            <a:fillRect/>
          </a:stretch>
        </p:blipFill>
        <p:spPr>
          <a:xfrm>
            <a:off x="25003843" y="4278229"/>
            <a:ext cx="3300292" cy="3212385"/>
          </a:xfrm>
          <a:prstGeom prst="rect">
            <a:avLst/>
          </a:prstGeom>
        </p:spPr>
      </p:pic>
      <p:sp>
        <p:nvSpPr>
          <p:cNvPr id="33" name="Text Box 22">
            <a:extLst>
              <a:ext uri="{FF2B5EF4-FFF2-40B4-BE49-F238E27FC236}">
                <a16:creationId xmlns:a16="http://schemas.microsoft.com/office/drawing/2014/main" id="{991F10C7-A930-6FBC-F69D-FB231F20EDCE}"/>
              </a:ext>
            </a:extLst>
          </p:cNvPr>
          <p:cNvSpPr txBox="1">
            <a:spLocks noChangeArrowheads="1"/>
          </p:cNvSpPr>
          <p:nvPr/>
        </p:nvSpPr>
        <p:spPr bwMode="auto">
          <a:xfrm>
            <a:off x="9299521" y="14959774"/>
            <a:ext cx="6355512" cy="519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0000" tIns="120000" rIns="120000" bIns="120000" anchor="t">
            <a:spAutoFit/>
          </a:bodyPr>
          <a:lstStyle>
            <a:lvl1pPr eaLnBrk="0" hangingPunct="0">
              <a:defRPr sz="8600">
                <a:solidFill>
                  <a:schemeClr val="tx1"/>
                </a:solidFill>
                <a:latin typeface="Arial" charset="0"/>
                <a:ea typeface="ＭＳ Ｐゴシック" charset="0"/>
                <a:cs typeface="ＭＳ Ｐゴシック" charset="0"/>
              </a:defRPr>
            </a:lvl1pPr>
            <a:lvl2pPr marL="742950" indent="-285750" eaLnBrk="0" hangingPunct="0">
              <a:defRPr sz="8600">
                <a:solidFill>
                  <a:schemeClr val="tx1"/>
                </a:solidFill>
                <a:latin typeface="Arial" charset="0"/>
                <a:ea typeface="ＭＳ Ｐゴシック" charset="0"/>
              </a:defRPr>
            </a:lvl2pPr>
            <a:lvl3pPr marL="1143000" indent="-228600" eaLnBrk="0" hangingPunct="0">
              <a:defRPr sz="8600">
                <a:solidFill>
                  <a:schemeClr val="tx1"/>
                </a:solidFill>
                <a:latin typeface="Arial" charset="0"/>
                <a:ea typeface="ＭＳ Ｐゴシック" charset="0"/>
              </a:defRPr>
            </a:lvl3pPr>
            <a:lvl4pPr marL="1600200" indent="-228600" eaLnBrk="0" hangingPunct="0">
              <a:defRPr sz="8600">
                <a:solidFill>
                  <a:schemeClr val="tx1"/>
                </a:solidFill>
                <a:latin typeface="Arial" charset="0"/>
                <a:ea typeface="ＭＳ Ｐゴシック" charset="0"/>
              </a:defRPr>
            </a:lvl4pPr>
            <a:lvl5pPr marL="2057400" indent="-228600" eaLnBrk="0" hangingPunct="0">
              <a:defRPr sz="8600">
                <a:solidFill>
                  <a:schemeClr val="tx1"/>
                </a:solidFill>
                <a:latin typeface="Arial" charset="0"/>
                <a:ea typeface="ＭＳ Ｐゴシック" charset="0"/>
              </a:defRPr>
            </a:lvl5pPr>
            <a:lvl6pPr marL="2514600" indent="-228600" defTabSz="2193925" eaLnBrk="0" fontAlgn="base" hangingPunct="0">
              <a:spcBef>
                <a:spcPct val="0"/>
              </a:spcBef>
              <a:spcAft>
                <a:spcPct val="0"/>
              </a:spcAft>
              <a:defRPr sz="8600">
                <a:solidFill>
                  <a:schemeClr val="tx1"/>
                </a:solidFill>
                <a:latin typeface="Arial" charset="0"/>
                <a:ea typeface="ＭＳ Ｐゴシック" charset="0"/>
              </a:defRPr>
            </a:lvl6pPr>
            <a:lvl7pPr marL="2971800" indent="-228600" defTabSz="2193925" eaLnBrk="0" fontAlgn="base" hangingPunct="0">
              <a:spcBef>
                <a:spcPct val="0"/>
              </a:spcBef>
              <a:spcAft>
                <a:spcPct val="0"/>
              </a:spcAft>
              <a:defRPr sz="8600">
                <a:solidFill>
                  <a:schemeClr val="tx1"/>
                </a:solidFill>
                <a:latin typeface="Arial" charset="0"/>
                <a:ea typeface="ＭＳ Ｐゴシック" charset="0"/>
              </a:defRPr>
            </a:lvl7pPr>
            <a:lvl8pPr marL="3429000" indent="-228600" defTabSz="2193925" eaLnBrk="0" fontAlgn="base" hangingPunct="0">
              <a:spcBef>
                <a:spcPct val="0"/>
              </a:spcBef>
              <a:spcAft>
                <a:spcPct val="0"/>
              </a:spcAft>
              <a:defRPr sz="8600">
                <a:solidFill>
                  <a:schemeClr val="tx1"/>
                </a:solidFill>
                <a:latin typeface="Arial" charset="0"/>
                <a:ea typeface="ＭＳ Ｐゴシック" charset="0"/>
              </a:defRPr>
            </a:lvl8pPr>
            <a:lvl9pPr marL="3886200" indent="-228600" defTabSz="2193925" eaLnBrk="0" fontAlgn="base" hangingPunct="0">
              <a:spcBef>
                <a:spcPct val="0"/>
              </a:spcBef>
              <a:spcAft>
                <a:spcPct val="0"/>
              </a:spcAft>
              <a:defRPr sz="8600">
                <a:solidFill>
                  <a:schemeClr val="tx1"/>
                </a:solidFill>
                <a:latin typeface="Arial" charset="0"/>
                <a:ea typeface="ＭＳ Ｐゴシック" charset="0"/>
              </a:defRPr>
            </a:lvl9pPr>
          </a:lstStyle>
          <a:p>
            <a:r>
              <a:rPr lang="en-AU" sz="1800" i="1" err="1">
                <a:latin typeface="Times New Roman"/>
                <a:ea typeface="ＭＳ Ｐゴシック"/>
              </a:rPr>
              <a:t>Supabase</a:t>
            </a:r>
            <a:r>
              <a:rPr lang="en-AU" sz="1800" i="1">
                <a:latin typeface="Times New Roman"/>
                <a:ea typeface="ＭＳ Ｐゴシック"/>
              </a:rPr>
              <a:t> Users table displaying all registered accounts.</a:t>
            </a:r>
            <a:endParaRPr lang="en-AU" sz="1800" i="1">
              <a:latin typeface="Times New Roman"/>
            </a:endParaRPr>
          </a:p>
        </p:txBody>
      </p:sp>
      <p:sp>
        <p:nvSpPr>
          <p:cNvPr id="34" name="Text Box 22">
            <a:extLst>
              <a:ext uri="{FF2B5EF4-FFF2-40B4-BE49-F238E27FC236}">
                <a16:creationId xmlns:a16="http://schemas.microsoft.com/office/drawing/2014/main" id="{A57B883B-AB3E-1D8B-2A5C-3ECC5FD66927}"/>
              </a:ext>
            </a:extLst>
          </p:cNvPr>
          <p:cNvSpPr txBox="1">
            <a:spLocks noChangeArrowheads="1"/>
          </p:cNvSpPr>
          <p:nvPr/>
        </p:nvSpPr>
        <p:spPr bwMode="auto">
          <a:xfrm>
            <a:off x="9288019" y="12509871"/>
            <a:ext cx="6528040" cy="7963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0000" tIns="120000" rIns="120000" bIns="120000" anchor="t">
            <a:spAutoFit/>
          </a:bodyPr>
          <a:lstStyle>
            <a:lvl1pPr eaLnBrk="0" hangingPunct="0">
              <a:defRPr sz="8600">
                <a:solidFill>
                  <a:schemeClr val="tx1"/>
                </a:solidFill>
                <a:latin typeface="Arial" charset="0"/>
                <a:ea typeface="ＭＳ Ｐゴシック" charset="0"/>
                <a:cs typeface="ＭＳ Ｐゴシック" charset="0"/>
              </a:defRPr>
            </a:lvl1pPr>
            <a:lvl2pPr marL="742950" indent="-285750" eaLnBrk="0" hangingPunct="0">
              <a:defRPr sz="8600">
                <a:solidFill>
                  <a:schemeClr val="tx1"/>
                </a:solidFill>
                <a:latin typeface="Arial" charset="0"/>
                <a:ea typeface="ＭＳ Ｐゴシック" charset="0"/>
              </a:defRPr>
            </a:lvl2pPr>
            <a:lvl3pPr marL="1143000" indent="-228600" eaLnBrk="0" hangingPunct="0">
              <a:defRPr sz="8600">
                <a:solidFill>
                  <a:schemeClr val="tx1"/>
                </a:solidFill>
                <a:latin typeface="Arial" charset="0"/>
                <a:ea typeface="ＭＳ Ｐゴシック" charset="0"/>
              </a:defRPr>
            </a:lvl3pPr>
            <a:lvl4pPr marL="1600200" indent="-228600" eaLnBrk="0" hangingPunct="0">
              <a:defRPr sz="8600">
                <a:solidFill>
                  <a:schemeClr val="tx1"/>
                </a:solidFill>
                <a:latin typeface="Arial" charset="0"/>
                <a:ea typeface="ＭＳ Ｐゴシック" charset="0"/>
              </a:defRPr>
            </a:lvl4pPr>
            <a:lvl5pPr marL="2057400" indent="-228600" eaLnBrk="0" hangingPunct="0">
              <a:defRPr sz="8600">
                <a:solidFill>
                  <a:schemeClr val="tx1"/>
                </a:solidFill>
                <a:latin typeface="Arial" charset="0"/>
                <a:ea typeface="ＭＳ Ｐゴシック" charset="0"/>
              </a:defRPr>
            </a:lvl5pPr>
            <a:lvl6pPr marL="2514600" indent="-228600" defTabSz="2193925" eaLnBrk="0" fontAlgn="base" hangingPunct="0">
              <a:spcBef>
                <a:spcPct val="0"/>
              </a:spcBef>
              <a:spcAft>
                <a:spcPct val="0"/>
              </a:spcAft>
              <a:defRPr sz="8600">
                <a:solidFill>
                  <a:schemeClr val="tx1"/>
                </a:solidFill>
                <a:latin typeface="Arial" charset="0"/>
                <a:ea typeface="ＭＳ Ｐゴシック" charset="0"/>
              </a:defRPr>
            </a:lvl6pPr>
            <a:lvl7pPr marL="2971800" indent="-228600" defTabSz="2193925" eaLnBrk="0" fontAlgn="base" hangingPunct="0">
              <a:spcBef>
                <a:spcPct val="0"/>
              </a:spcBef>
              <a:spcAft>
                <a:spcPct val="0"/>
              </a:spcAft>
              <a:defRPr sz="8600">
                <a:solidFill>
                  <a:schemeClr val="tx1"/>
                </a:solidFill>
                <a:latin typeface="Arial" charset="0"/>
                <a:ea typeface="ＭＳ Ｐゴシック" charset="0"/>
              </a:defRPr>
            </a:lvl7pPr>
            <a:lvl8pPr marL="3429000" indent="-228600" defTabSz="2193925" eaLnBrk="0" fontAlgn="base" hangingPunct="0">
              <a:spcBef>
                <a:spcPct val="0"/>
              </a:spcBef>
              <a:spcAft>
                <a:spcPct val="0"/>
              </a:spcAft>
              <a:defRPr sz="8600">
                <a:solidFill>
                  <a:schemeClr val="tx1"/>
                </a:solidFill>
                <a:latin typeface="Arial" charset="0"/>
                <a:ea typeface="ＭＳ Ｐゴシック" charset="0"/>
              </a:defRPr>
            </a:lvl8pPr>
            <a:lvl9pPr marL="3886200" indent="-228600" defTabSz="2193925" eaLnBrk="0" fontAlgn="base" hangingPunct="0">
              <a:spcBef>
                <a:spcPct val="0"/>
              </a:spcBef>
              <a:spcAft>
                <a:spcPct val="0"/>
              </a:spcAft>
              <a:defRPr sz="8600">
                <a:solidFill>
                  <a:schemeClr val="tx1"/>
                </a:solidFill>
                <a:latin typeface="Arial" charset="0"/>
                <a:ea typeface="ＭＳ Ｐゴシック" charset="0"/>
              </a:defRPr>
            </a:lvl9pPr>
          </a:lstStyle>
          <a:p>
            <a:r>
              <a:rPr lang="en-AU" sz="1800" i="1" err="1">
                <a:latin typeface="Times New Roman"/>
                <a:ea typeface="ＭＳ Ｐゴシック"/>
              </a:rPr>
              <a:t>Supabase</a:t>
            </a:r>
            <a:r>
              <a:rPr lang="en-AU" sz="1800" i="1">
                <a:latin typeface="Times New Roman"/>
                <a:ea typeface="ＭＳ Ｐゴシック"/>
              </a:rPr>
              <a:t> Messages table displaying vocab words linked to each user by </a:t>
            </a:r>
            <a:r>
              <a:rPr lang="en-AU" sz="1800" i="1" err="1">
                <a:latin typeface="Times New Roman"/>
                <a:ea typeface="ＭＳ Ｐゴシック"/>
              </a:rPr>
              <a:t>uid</a:t>
            </a:r>
            <a:r>
              <a:rPr lang="en-AU" sz="1800" i="1">
                <a:latin typeface="Times New Roman"/>
                <a:ea typeface="ＭＳ Ｐゴシック"/>
              </a:rPr>
              <a:t>.</a:t>
            </a:r>
            <a:endParaRPr lang="en-AU" sz="1800" i="1" err="1">
              <a:latin typeface="Times New Roman"/>
            </a:endParaRPr>
          </a:p>
        </p:txBody>
      </p:sp>
      <p:sp>
        <p:nvSpPr>
          <p:cNvPr id="35" name="Text Box 22">
            <a:extLst>
              <a:ext uri="{FF2B5EF4-FFF2-40B4-BE49-F238E27FC236}">
                <a16:creationId xmlns:a16="http://schemas.microsoft.com/office/drawing/2014/main" id="{FE2DF4A8-3833-4883-CE0F-53A590B649ED}"/>
              </a:ext>
            </a:extLst>
          </p:cNvPr>
          <p:cNvSpPr txBox="1">
            <a:spLocks noChangeArrowheads="1"/>
          </p:cNvSpPr>
          <p:nvPr/>
        </p:nvSpPr>
        <p:spPr bwMode="auto">
          <a:xfrm>
            <a:off x="9288019" y="20377163"/>
            <a:ext cx="6355512" cy="7963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0000" tIns="120000" rIns="120000" bIns="120000" anchor="t">
            <a:spAutoFit/>
          </a:bodyPr>
          <a:lstStyle>
            <a:lvl1pPr eaLnBrk="0" hangingPunct="0">
              <a:defRPr sz="8600">
                <a:solidFill>
                  <a:schemeClr val="tx1"/>
                </a:solidFill>
                <a:latin typeface="Arial" charset="0"/>
                <a:ea typeface="ＭＳ Ｐゴシック" charset="0"/>
                <a:cs typeface="ＭＳ Ｐゴシック" charset="0"/>
              </a:defRPr>
            </a:lvl1pPr>
            <a:lvl2pPr marL="742950" indent="-285750" eaLnBrk="0" hangingPunct="0">
              <a:defRPr sz="8600">
                <a:solidFill>
                  <a:schemeClr val="tx1"/>
                </a:solidFill>
                <a:latin typeface="Arial" charset="0"/>
                <a:ea typeface="ＭＳ Ｐゴシック" charset="0"/>
              </a:defRPr>
            </a:lvl2pPr>
            <a:lvl3pPr marL="1143000" indent="-228600" eaLnBrk="0" hangingPunct="0">
              <a:defRPr sz="8600">
                <a:solidFill>
                  <a:schemeClr val="tx1"/>
                </a:solidFill>
                <a:latin typeface="Arial" charset="0"/>
                <a:ea typeface="ＭＳ Ｐゴシック" charset="0"/>
              </a:defRPr>
            </a:lvl3pPr>
            <a:lvl4pPr marL="1600200" indent="-228600" eaLnBrk="0" hangingPunct="0">
              <a:defRPr sz="8600">
                <a:solidFill>
                  <a:schemeClr val="tx1"/>
                </a:solidFill>
                <a:latin typeface="Arial" charset="0"/>
                <a:ea typeface="ＭＳ Ｐゴシック" charset="0"/>
              </a:defRPr>
            </a:lvl4pPr>
            <a:lvl5pPr marL="2057400" indent="-228600" eaLnBrk="0" hangingPunct="0">
              <a:defRPr sz="8600">
                <a:solidFill>
                  <a:schemeClr val="tx1"/>
                </a:solidFill>
                <a:latin typeface="Arial" charset="0"/>
                <a:ea typeface="ＭＳ Ｐゴシック" charset="0"/>
              </a:defRPr>
            </a:lvl5pPr>
            <a:lvl6pPr marL="2514600" indent="-228600" defTabSz="2193925" eaLnBrk="0" fontAlgn="base" hangingPunct="0">
              <a:spcBef>
                <a:spcPct val="0"/>
              </a:spcBef>
              <a:spcAft>
                <a:spcPct val="0"/>
              </a:spcAft>
              <a:defRPr sz="8600">
                <a:solidFill>
                  <a:schemeClr val="tx1"/>
                </a:solidFill>
                <a:latin typeface="Arial" charset="0"/>
                <a:ea typeface="ＭＳ Ｐゴシック" charset="0"/>
              </a:defRPr>
            </a:lvl6pPr>
            <a:lvl7pPr marL="2971800" indent="-228600" defTabSz="2193925" eaLnBrk="0" fontAlgn="base" hangingPunct="0">
              <a:spcBef>
                <a:spcPct val="0"/>
              </a:spcBef>
              <a:spcAft>
                <a:spcPct val="0"/>
              </a:spcAft>
              <a:defRPr sz="8600">
                <a:solidFill>
                  <a:schemeClr val="tx1"/>
                </a:solidFill>
                <a:latin typeface="Arial" charset="0"/>
                <a:ea typeface="ＭＳ Ｐゴシック" charset="0"/>
              </a:defRPr>
            </a:lvl7pPr>
            <a:lvl8pPr marL="3429000" indent="-228600" defTabSz="2193925" eaLnBrk="0" fontAlgn="base" hangingPunct="0">
              <a:spcBef>
                <a:spcPct val="0"/>
              </a:spcBef>
              <a:spcAft>
                <a:spcPct val="0"/>
              </a:spcAft>
              <a:defRPr sz="8600">
                <a:solidFill>
                  <a:schemeClr val="tx1"/>
                </a:solidFill>
                <a:latin typeface="Arial" charset="0"/>
                <a:ea typeface="ＭＳ Ｐゴシック" charset="0"/>
              </a:defRPr>
            </a:lvl8pPr>
            <a:lvl9pPr marL="3886200" indent="-228600" defTabSz="2193925" eaLnBrk="0" fontAlgn="base" hangingPunct="0">
              <a:spcBef>
                <a:spcPct val="0"/>
              </a:spcBef>
              <a:spcAft>
                <a:spcPct val="0"/>
              </a:spcAft>
              <a:defRPr sz="8600">
                <a:solidFill>
                  <a:schemeClr val="tx1"/>
                </a:solidFill>
                <a:latin typeface="Arial" charset="0"/>
                <a:ea typeface="ＭＳ Ｐゴシック" charset="0"/>
              </a:defRPr>
            </a:lvl9pPr>
          </a:lstStyle>
          <a:p>
            <a:r>
              <a:rPr lang="en-AU" sz="1800" i="1">
                <a:latin typeface="Times New Roman"/>
                <a:ea typeface="ＭＳ Ｐゴシック"/>
              </a:rPr>
              <a:t>Figma sketches outlining our website's layout, page designs, and visual inspiration</a:t>
            </a:r>
            <a:endParaRPr lang="en-US"/>
          </a:p>
        </p:txBody>
      </p:sp>
      <p:sp>
        <p:nvSpPr>
          <p:cNvPr id="32" name="Text Box 22">
            <a:extLst>
              <a:ext uri="{FF2B5EF4-FFF2-40B4-BE49-F238E27FC236}">
                <a16:creationId xmlns:a16="http://schemas.microsoft.com/office/drawing/2014/main" id="{1B77A19E-A8CB-29E6-958F-CAB1B8C931EB}"/>
              </a:ext>
            </a:extLst>
          </p:cNvPr>
          <p:cNvSpPr txBox="1">
            <a:spLocks noChangeArrowheads="1"/>
          </p:cNvSpPr>
          <p:nvPr/>
        </p:nvSpPr>
        <p:spPr bwMode="auto">
          <a:xfrm>
            <a:off x="25353059" y="7462025"/>
            <a:ext cx="6113971" cy="7347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0000" tIns="120000" rIns="120000" bIns="120000" anchor="t">
            <a:spAutoFit/>
          </a:bodyPr>
          <a:lstStyle>
            <a:lvl1pPr eaLnBrk="0" hangingPunct="0">
              <a:defRPr sz="8600">
                <a:solidFill>
                  <a:schemeClr val="tx1"/>
                </a:solidFill>
                <a:latin typeface="Arial" charset="0"/>
                <a:ea typeface="ＭＳ Ｐゴシック" charset="0"/>
                <a:cs typeface="ＭＳ Ｐゴシック" charset="0"/>
              </a:defRPr>
            </a:lvl1pPr>
            <a:lvl2pPr marL="742950" indent="-285750" eaLnBrk="0" hangingPunct="0">
              <a:defRPr sz="8600">
                <a:solidFill>
                  <a:schemeClr val="tx1"/>
                </a:solidFill>
                <a:latin typeface="Arial" charset="0"/>
                <a:ea typeface="ＭＳ Ｐゴシック" charset="0"/>
              </a:defRPr>
            </a:lvl2pPr>
            <a:lvl3pPr marL="1143000" indent="-228600" eaLnBrk="0" hangingPunct="0">
              <a:defRPr sz="8600">
                <a:solidFill>
                  <a:schemeClr val="tx1"/>
                </a:solidFill>
                <a:latin typeface="Arial" charset="0"/>
                <a:ea typeface="ＭＳ Ｐゴシック" charset="0"/>
              </a:defRPr>
            </a:lvl3pPr>
            <a:lvl4pPr marL="1600200" indent="-228600" eaLnBrk="0" hangingPunct="0">
              <a:defRPr sz="8600">
                <a:solidFill>
                  <a:schemeClr val="tx1"/>
                </a:solidFill>
                <a:latin typeface="Arial" charset="0"/>
                <a:ea typeface="ＭＳ Ｐゴシック" charset="0"/>
              </a:defRPr>
            </a:lvl4pPr>
            <a:lvl5pPr marL="2057400" indent="-228600" eaLnBrk="0" hangingPunct="0">
              <a:defRPr sz="8600">
                <a:solidFill>
                  <a:schemeClr val="tx1"/>
                </a:solidFill>
                <a:latin typeface="Arial" charset="0"/>
                <a:ea typeface="ＭＳ Ｐゴシック" charset="0"/>
              </a:defRPr>
            </a:lvl5pPr>
            <a:lvl6pPr marL="2514600" indent="-228600" defTabSz="2193925" eaLnBrk="0" fontAlgn="base" hangingPunct="0">
              <a:spcBef>
                <a:spcPct val="0"/>
              </a:spcBef>
              <a:spcAft>
                <a:spcPct val="0"/>
              </a:spcAft>
              <a:defRPr sz="8600">
                <a:solidFill>
                  <a:schemeClr val="tx1"/>
                </a:solidFill>
                <a:latin typeface="Arial" charset="0"/>
                <a:ea typeface="ＭＳ Ｐゴシック" charset="0"/>
              </a:defRPr>
            </a:lvl6pPr>
            <a:lvl7pPr marL="2971800" indent="-228600" defTabSz="2193925" eaLnBrk="0" fontAlgn="base" hangingPunct="0">
              <a:spcBef>
                <a:spcPct val="0"/>
              </a:spcBef>
              <a:spcAft>
                <a:spcPct val="0"/>
              </a:spcAft>
              <a:defRPr sz="8600">
                <a:solidFill>
                  <a:schemeClr val="tx1"/>
                </a:solidFill>
                <a:latin typeface="Arial" charset="0"/>
                <a:ea typeface="ＭＳ Ｐゴシック" charset="0"/>
              </a:defRPr>
            </a:lvl7pPr>
            <a:lvl8pPr marL="3429000" indent="-228600" defTabSz="2193925" eaLnBrk="0" fontAlgn="base" hangingPunct="0">
              <a:spcBef>
                <a:spcPct val="0"/>
              </a:spcBef>
              <a:spcAft>
                <a:spcPct val="0"/>
              </a:spcAft>
              <a:defRPr sz="8600">
                <a:solidFill>
                  <a:schemeClr val="tx1"/>
                </a:solidFill>
                <a:latin typeface="Arial" charset="0"/>
                <a:ea typeface="ＭＳ Ｐゴシック" charset="0"/>
              </a:defRPr>
            </a:lvl8pPr>
            <a:lvl9pPr marL="3886200" indent="-228600" defTabSz="2193925" eaLnBrk="0" fontAlgn="base" hangingPunct="0">
              <a:spcBef>
                <a:spcPct val="0"/>
              </a:spcBef>
              <a:spcAft>
                <a:spcPct val="0"/>
              </a:spcAft>
              <a:defRPr sz="8600">
                <a:solidFill>
                  <a:schemeClr val="tx1"/>
                </a:solidFill>
                <a:latin typeface="Arial" charset="0"/>
                <a:ea typeface="ＭＳ Ｐゴシック" charset="0"/>
              </a:defRPr>
            </a:lvl9pPr>
          </a:lstStyle>
          <a:p>
            <a:r>
              <a:rPr lang="en-AU" sz="1600" i="1" dirty="0">
                <a:latin typeface="Times New Roman"/>
                <a:ea typeface="ＭＳ Ｐゴシック"/>
              </a:rPr>
              <a:t>On the login page, users can log in with their preferred language and choose to log in with Google.</a:t>
            </a:r>
            <a:endParaRPr lang="en-AU" sz="1600" i="1" dirty="0">
              <a:latin typeface="Times New Roman"/>
            </a:endParaRPr>
          </a:p>
        </p:txBody>
      </p:sp>
      <p:sp>
        <p:nvSpPr>
          <p:cNvPr id="23" name="Text Box 22">
            <a:extLst>
              <a:ext uri="{FF2B5EF4-FFF2-40B4-BE49-F238E27FC236}">
                <a16:creationId xmlns:a16="http://schemas.microsoft.com/office/drawing/2014/main" id="{CFA02D8F-77E4-6C14-F7BE-70DACD578628}"/>
              </a:ext>
            </a:extLst>
          </p:cNvPr>
          <p:cNvSpPr txBox="1">
            <a:spLocks noChangeArrowheads="1"/>
          </p:cNvSpPr>
          <p:nvPr/>
        </p:nvSpPr>
        <p:spPr bwMode="auto">
          <a:xfrm>
            <a:off x="25353059" y="15664952"/>
            <a:ext cx="5842559" cy="12272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0000" tIns="120000" rIns="120000" bIns="120000" anchor="t">
            <a:spAutoFit/>
          </a:bodyPr>
          <a:lstStyle>
            <a:lvl1pPr eaLnBrk="0" hangingPunct="0">
              <a:defRPr sz="8600">
                <a:solidFill>
                  <a:schemeClr val="tx1"/>
                </a:solidFill>
                <a:latin typeface="Arial" charset="0"/>
                <a:ea typeface="ＭＳ Ｐゴシック" charset="0"/>
                <a:cs typeface="ＭＳ Ｐゴシック" charset="0"/>
              </a:defRPr>
            </a:lvl1pPr>
            <a:lvl2pPr marL="742950" indent="-285750" eaLnBrk="0" hangingPunct="0">
              <a:defRPr sz="8600">
                <a:solidFill>
                  <a:schemeClr val="tx1"/>
                </a:solidFill>
                <a:latin typeface="Arial" charset="0"/>
                <a:ea typeface="ＭＳ Ｐゴシック" charset="0"/>
              </a:defRPr>
            </a:lvl2pPr>
            <a:lvl3pPr marL="1143000" indent="-228600" eaLnBrk="0" hangingPunct="0">
              <a:defRPr sz="8600">
                <a:solidFill>
                  <a:schemeClr val="tx1"/>
                </a:solidFill>
                <a:latin typeface="Arial" charset="0"/>
                <a:ea typeface="ＭＳ Ｐゴシック" charset="0"/>
              </a:defRPr>
            </a:lvl3pPr>
            <a:lvl4pPr marL="1600200" indent="-228600" eaLnBrk="0" hangingPunct="0">
              <a:defRPr sz="8600">
                <a:solidFill>
                  <a:schemeClr val="tx1"/>
                </a:solidFill>
                <a:latin typeface="Arial" charset="0"/>
                <a:ea typeface="ＭＳ Ｐゴシック" charset="0"/>
              </a:defRPr>
            </a:lvl4pPr>
            <a:lvl5pPr marL="2057400" indent="-228600" eaLnBrk="0" hangingPunct="0">
              <a:defRPr sz="8600">
                <a:solidFill>
                  <a:schemeClr val="tx1"/>
                </a:solidFill>
                <a:latin typeface="Arial" charset="0"/>
                <a:ea typeface="ＭＳ Ｐゴシック" charset="0"/>
              </a:defRPr>
            </a:lvl5pPr>
            <a:lvl6pPr marL="2514600" indent="-228600" defTabSz="2193925" eaLnBrk="0" fontAlgn="base" hangingPunct="0">
              <a:spcBef>
                <a:spcPct val="0"/>
              </a:spcBef>
              <a:spcAft>
                <a:spcPct val="0"/>
              </a:spcAft>
              <a:defRPr sz="8600">
                <a:solidFill>
                  <a:schemeClr val="tx1"/>
                </a:solidFill>
                <a:latin typeface="Arial" charset="0"/>
                <a:ea typeface="ＭＳ Ｐゴシック" charset="0"/>
              </a:defRPr>
            </a:lvl6pPr>
            <a:lvl7pPr marL="2971800" indent="-228600" defTabSz="2193925" eaLnBrk="0" fontAlgn="base" hangingPunct="0">
              <a:spcBef>
                <a:spcPct val="0"/>
              </a:spcBef>
              <a:spcAft>
                <a:spcPct val="0"/>
              </a:spcAft>
              <a:defRPr sz="8600">
                <a:solidFill>
                  <a:schemeClr val="tx1"/>
                </a:solidFill>
                <a:latin typeface="Arial" charset="0"/>
                <a:ea typeface="ＭＳ Ｐゴシック" charset="0"/>
              </a:defRPr>
            </a:lvl7pPr>
            <a:lvl8pPr marL="3429000" indent="-228600" defTabSz="2193925" eaLnBrk="0" fontAlgn="base" hangingPunct="0">
              <a:spcBef>
                <a:spcPct val="0"/>
              </a:spcBef>
              <a:spcAft>
                <a:spcPct val="0"/>
              </a:spcAft>
              <a:defRPr sz="8600">
                <a:solidFill>
                  <a:schemeClr val="tx1"/>
                </a:solidFill>
                <a:latin typeface="Arial" charset="0"/>
                <a:ea typeface="ＭＳ Ｐゴシック" charset="0"/>
              </a:defRPr>
            </a:lvl8pPr>
            <a:lvl9pPr marL="3886200" indent="-228600" defTabSz="2193925" eaLnBrk="0" fontAlgn="base" hangingPunct="0">
              <a:spcBef>
                <a:spcPct val="0"/>
              </a:spcBef>
              <a:spcAft>
                <a:spcPct val="0"/>
              </a:spcAft>
              <a:defRPr sz="8600">
                <a:solidFill>
                  <a:schemeClr val="tx1"/>
                </a:solidFill>
                <a:latin typeface="Arial" charset="0"/>
                <a:ea typeface="ＭＳ Ｐゴシック" charset="0"/>
              </a:defRPr>
            </a:lvl9pPr>
          </a:lstStyle>
          <a:p>
            <a:r>
              <a:rPr lang="en-AU" sz="1600" i="1" dirty="0">
                <a:latin typeface="Times New Roman"/>
              </a:rPr>
              <a:t>Every 1, 3, and 7 days since adding a word to their list, the user will be reminded to practice those words.</a:t>
            </a:r>
          </a:p>
          <a:p>
            <a:endParaRPr lang="en-AU" sz="1600" i="1" dirty="0">
              <a:latin typeface="Times New Roman"/>
            </a:endParaRPr>
          </a:p>
          <a:p>
            <a:r>
              <a:rPr lang="en-AU" sz="1600" i="1" dirty="0">
                <a:latin typeface="Times New Roman"/>
              </a:rPr>
              <a:t>When a user hovers over a word, the definition will appear.</a:t>
            </a:r>
          </a:p>
        </p:txBody>
      </p:sp>
      <p:pic>
        <p:nvPicPr>
          <p:cNvPr id="36" name="Picture 35" descr="A screenshot of a computer&#10;&#10;AI-generated content may be incorrect.">
            <a:extLst>
              <a:ext uri="{FF2B5EF4-FFF2-40B4-BE49-F238E27FC236}">
                <a16:creationId xmlns:a16="http://schemas.microsoft.com/office/drawing/2014/main" id="{93410F77-55F6-CB27-1D0C-3C5BEF7A68C0}"/>
              </a:ext>
            </a:extLst>
          </p:cNvPr>
          <p:cNvPicPr>
            <a:picLocks noChangeAspect="1"/>
          </p:cNvPicPr>
          <p:nvPr/>
        </p:nvPicPr>
        <p:blipFill>
          <a:blip r:embed="rId21"/>
          <a:srcRect b="15709"/>
          <a:stretch/>
        </p:blipFill>
        <p:spPr>
          <a:xfrm>
            <a:off x="25299298" y="12098895"/>
            <a:ext cx="5896320" cy="3457969"/>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3">
      <a:dk1>
        <a:srgbClr val="131F33"/>
      </a:dk1>
      <a:lt1>
        <a:srgbClr val="FFFFFF"/>
      </a:lt1>
      <a:dk2>
        <a:srgbClr val="DC4D3A"/>
      </a:dk2>
      <a:lt2>
        <a:srgbClr val="FAFAFA"/>
      </a:lt2>
      <a:accent1>
        <a:srgbClr val="131F33"/>
      </a:accent1>
      <a:accent2>
        <a:srgbClr val="DB4C3A"/>
      </a:accent2>
      <a:accent3>
        <a:srgbClr val="555555"/>
      </a:accent3>
      <a:accent4>
        <a:srgbClr val="888888"/>
      </a:accent4>
      <a:accent5>
        <a:srgbClr val="3D64A7"/>
      </a:accent5>
      <a:accent6>
        <a:srgbClr val="B23E2F"/>
      </a:accent6>
      <a:hlink>
        <a:srgbClr val="666666"/>
      </a:hlink>
      <a:folHlink>
        <a:srgbClr val="AAAAA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410CA1B-542D-3244-B814-5E899E0E5892}" vid="{0D1DA440-3E1F-1243-A175-747014F56C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b833488-a1de-42ed-99c1-d66e7fd31d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5C8A7C714FB49418D35A0EEC08D691C" ma:contentTypeVersion="11" ma:contentTypeDescription="Create a new document." ma:contentTypeScope="" ma:versionID="798a56e4a57e6a606700a9485314cc5f">
  <xsd:schema xmlns:xsd="http://www.w3.org/2001/XMLSchema" xmlns:xs="http://www.w3.org/2001/XMLSchema" xmlns:p="http://schemas.microsoft.com/office/2006/metadata/properties" xmlns:ns3="a327df05-773f-47de-ae74-8ef9d8f16d30" xmlns:ns4="cb833488-a1de-42ed-99c1-d66e7fd31d79" targetNamespace="http://schemas.microsoft.com/office/2006/metadata/properties" ma:root="true" ma:fieldsID="177190b73e61f2fc8177b631c09982b2" ns3:_="" ns4:_="">
    <xsd:import namespace="a327df05-773f-47de-ae74-8ef9d8f16d30"/>
    <xsd:import namespace="cb833488-a1de-42ed-99c1-d66e7fd31d7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_activity" minOccurs="0"/>
                <xsd:element ref="ns4:MediaServiceObjectDetectorVersions" minOccurs="0"/>
                <xsd:element ref="ns4:MediaServiceSearchProperties" minOccurs="0"/>
                <xsd:element ref="ns4: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27df05-773f-47de-ae74-8ef9d8f16d3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b833488-a1de-42ed-99c1-d66e7fd31d7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9B6C0F-4B8F-4CDD-8ADF-ED2311E1C66D}">
  <ds:schemaRefs>
    <ds:schemaRef ds:uri="a327df05-773f-47de-ae74-8ef9d8f16d30"/>
    <ds:schemaRef ds:uri="cb833488-a1de-42ed-99c1-d66e7fd31d7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69F76C0-A2F1-41C0-9608-A0748809B67E}">
  <ds:schemaRefs>
    <ds:schemaRef ds:uri="http://schemas.microsoft.com/sharepoint/v3/contenttype/forms"/>
  </ds:schemaRefs>
</ds:datastoreItem>
</file>

<file path=customXml/itemProps3.xml><?xml version="1.0" encoding="utf-8"?>
<ds:datastoreItem xmlns:ds="http://schemas.openxmlformats.org/officeDocument/2006/customXml" ds:itemID="{3D6D723F-DEA4-4AFB-85BB-0411D7BD1A9E}">
  <ds:schemaRefs>
    <ds:schemaRef ds:uri="a327df05-773f-47de-ae74-8ef9d8f16d30"/>
    <ds:schemaRef ds:uri="cb833488-a1de-42ed-99c1-d66e7fd31d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Research_poster_template</Template>
  <TotalTime>0</TotalTime>
  <Words>816</Words>
  <Application>Microsoft Macintosh PowerPoint</Application>
  <PresentationFormat>Custom</PresentationFormat>
  <Paragraphs>115</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ＭＳ Ｐゴシック</vt:lpstr>
      <vt:lpstr>Arial</vt:lpstr>
      <vt:lpstr>Arial Rounded MT Bold</vt:lpstr>
      <vt:lpstr>Calibri</vt:lpstr>
      <vt:lpstr>Georgia</vt:lpstr>
      <vt:lpstr>Times New Roman</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Emmett Tomai</dc:creator>
  <cp:keywords/>
  <dc:description/>
  <cp:lastModifiedBy>Teresa Garza-Gutierrez</cp:lastModifiedBy>
  <cp:revision>570</cp:revision>
  <cp:lastPrinted>2009-06-18T18:06:01Z</cp:lastPrinted>
  <dcterms:created xsi:type="dcterms:W3CDTF">2019-03-07T05:35:51Z</dcterms:created>
  <dcterms:modified xsi:type="dcterms:W3CDTF">2025-03-24T21:23:43Z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0x010100C5C8A7C714FB49418D35A0EEC08D691C</vt:lpwstr>
  </property>
</Properties>
</file>